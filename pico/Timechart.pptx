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14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C603F0-EE8C-BD98-BB18-1DFCE7468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4B3012-7D7F-0B1A-315F-A41D53367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82D687-3202-31C7-60EB-2B8BAC69C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B7078E-6C6C-CC8D-D30F-AAC07994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A1224A-8ED6-C8B1-45AB-B8B09E61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8822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C8438D-5570-393A-E3C6-7E24483B9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1CB9B9-38C1-BEA8-9120-AB2EDC188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B00A91-8627-4758-FB18-1412C4DEA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546B31-8FD3-1691-1801-FB2F9CC23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EC4916-AA6B-4DC0-7C2D-AA17770C1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025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20C4DE-5EEE-F9C4-DCB5-EC6F7EFBB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40C0B1-6D8C-4452-68A4-1F5E82E5F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FD4F89-AEAC-A301-B590-7BC8AC988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880108-9F08-C171-4C34-770DC2BD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39EF6B-FF75-7351-EFDA-56C3481E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34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88FEE5-8BCD-4E77-5178-8643C9720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5F655E6-96D8-769F-7BF3-F8EEC4F3D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2414EC-2CF2-7906-B65F-3602168C6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2EFCA51-AE53-713A-B0C6-991328EB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99F285-6C09-A56D-BEA6-AACE2DEF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F7785A-B7AE-770E-D116-57D09383C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99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77014E-757F-941A-ADEE-1CD80347D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6B01C9-082D-1280-B347-A26961B9D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2A13CB0-12A8-3D11-89A9-1D905075FE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BE88085-C56F-3835-759C-35FE97E91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92E92C9-6B62-E694-94BA-6B1A7EEC5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E828E7E-2987-75C3-22A2-B674085E8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B9592DF-5201-B54B-3EC9-3D00BCF45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3E6FAD1-B731-87CA-4702-D7601064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0089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A4DB8F-BB40-FE18-28C3-354B00694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D764A16-91A2-2AD1-B9CE-A339E44D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A322543-8891-9436-151F-6EE60C0B4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CB1D6FD-80D5-3C39-D8DB-8E090245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927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6FD2A9A-39F7-1501-700E-ACAFAE11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2EC5DDE-4B2B-6FEE-C636-797618A1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9C6662-83B2-DAB0-E412-91BF91FDC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33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97DB4B-1027-B06E-0248-AB0A5E90B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D1238E0-A368-A31E-75BD-F42CE6DF7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7EC464A-BD1C-B1D6-F018-9418269AC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F50FABC-94F6-E348-4CE8-5799AF907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741F51B-52A4-DA53-34DA-86927882D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9629563-7588-5DF2-1CE8-F1D170175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4251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2E2311-0AEB-C628-5D20-74702446F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0861BC2-DF2D-C224-0516-79BF62BC3A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7EA4E5-A5B4-CC01-9159-3DFD5B0E9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852BA5-0E06-8F6A-2B77-F438420B5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A2B283-F18F-BC87-84CC-F6D02D15D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B8EF44E-14A1-BA32-2C1E-B2CD8F52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653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D8232C-6BEB-238F-225F-297A1999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F25E7AC-6A04-2A2E-3E44-D13920E2F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42D1E3-D5C5-848C-3772-D6567F8A6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783DF5-447B-FCF3-BE88-8329C458C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8EE1C1-3F57-12D0-D709-F2D1B1E3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06108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7BE8426-D84A-6A50-2FA1-626608A04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5A2E82-FE86-AFDB-30C1-CD9D78C80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408B6F4-3C06-C089-9F88-041E696A4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AC83D1-817B-9763-37B0-4D37F872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3658BE-6E95-7328-C2A7-002B2C79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745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8F79D1A-D861-44DD-FDEA-91A79009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DDAAA68-AD67-3273-5D39-605DB89BB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C8B064-052A-0C03-A418-DB5CC9A6E5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BBE574-0D82-4235-810D-39580839030A}" type="datetimeFigureOut">
              <a:rPr kumimoji="1" lang="ja-JP" altLang="en-US" smtClean="0"/>
              <a:t>2026/3/27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708755-7E58-24E2-66AE-6966FA2D77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78CF7C-5759-01DD-822E-142EF31CFF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5FCE35-FE0F-4438-94D1-E92F4298D11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735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グループ化 105">
            <a:extLst>
              <a:ext uri="{FF2B5EF4-FFF2-40B4-BE49-F238E27FC236}">
                <a16:creationId xmlns:a16="http://schemas.microsoft.com/office/drawing/2014/main" id="{4348A9E0-7C8D-BE7B-C5CE-A26AB5027B07}"/>
              </a:ext>
            </a:extLst>
          </p:cNvPr>
          <p:cNvGrpSpPr/>
          <p:nvPr/>
        </p:nvGrpSpPr>
        <p:grpSpPr>
          <a:xfrm>
            <a:off x="6485950" y="494044"/>
            <a:ext cx="4998122" cy="2437667"/>
            <a:chOff x="536036" y="4047274"/>
            <a:chExt cx="4998122" cy="2437667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109E485B-CFC3-1209-20F6-E59F3A70ADC5}"/>
                </a:ext>
              </a:extLst>
            </p:cNvPr>
            <p:cNvGrpSpPr/>
            <p:nvPr/>
          </p:nvGrpSpPr>
          <p:grpSpPr>
            <a:xfrm>
              <a:off x="536036" y="4047274"/>
              <a:ext cx="4998122" cy="2437667"/>
              <a:chOff x="2177641" y="1481771"/>
              <a:chExt cx="4998122" cy="2437667"/>
            </a:xfrm>
          </p:grpSpPr>
          <p:cxnSp>
            <p:nvCxnSpPr>
              <p:cNvPr id="5" name="直線矢印コネクタ 4">
                <a:extLst>
                  <a:ext uri="{FF2B5EF4-FFF2-40B4-BE49-F238E27FC236}">
                    <a16:creationId xmlns:a16="http://schemas.microsoft.com/office/drawing/2014/main" id="{876F9DB6-3143-B2C9-C2A7-91F4BD1892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1602" y="3418142"/>
                <a:ext cx="3185626" cy="16620"/>
              </a:xfrm>
              <a:prstGeom prst="straightConnector1">
                <a:avLst/>
              </a:prstGeom>
              <a:noFill/>
              <a:ln w="2540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37F38101-EB29-FF38-7D2E-DB7532E8261F}"/>
                  </a:ext>
                </a:extLst>
              </p:cNvPr>
              <p:cNvSpPr/>
              <p:nvPr/>
            </p:nvSpPr>
            <p:spPr>
              <a:xfrm>
                <a:off x="3523200" y="2405119"/>
                <a:ext cx="914400" cy="295787"/>
              </a:xfrm>
              <a:prstGeom prst="rect">
                <a:avLst/>
              </a:prstGeom>
              <a:solidFill>
                <a:srgbClr val="9DE838"/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30339B23-B892-6769-A500-DE10897199DE}"/>
                  </a:ext>
                </a:extLst>
              </p:cNvPr>
              <p:cNvSpPr txBox="1"/>
              <p:nvPr/>
            </p:nvSpPr>
            <p:spPr>
              <a:xfrm>
                <a:off x="2177641" y="2357624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タスク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(</a:t>
                </a:r>
                <a:r>
                  <a:rPr kumimoji="0" lang="ja-JP" altLang="en-US" kern="0" dirty="0">
                    <a:solidFill>
                      <a:prstClr val="black"/>
                    </a:solidFill>
                    <a:latin typeface="Arial"/>
                    <a:ea typeface="メイリオ"/>
                  </a:rPr>
                  <a:t>高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)</a:t>
                </a:r>
                <a:endPara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A0E7BA8F-BE66-5ACA-2B65-1807CB1C9B3D}"/>
                  </a:ext>
                </a:extLst>
              </p:cNvPr>
              <p:cNvSpPr txBox="1"/>
              <p:nvPr/>
            </p:nvSpPr>
            <p:spPr>
              <a:xfrm>
                <a:off x="2205026" y="2961733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タスク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(</a:t>
                </a: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低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)</a:t>
                </a:r>
                <a:endPara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5A3E4D10-816F-F4B9-57A5-2BDFE58FD5B6}"/>
                  </a:ext>
                </a:extLst>
              </p:cNvPr>
              <p:cNvSpPr txBox="1"/>
              <p:nvPr/>
            </p:nvSpPr>
            <p:spPr>
              <a:xfrm>
                <a:off x="2286638" y="1624912"/>
                <a:ext cx="5180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OS</a:t>
                </a:r>
                <a:endPara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92E6470D-1A46-B72D-9737-BC13B68F0692}"/>
                  </a:ext>
                </a:extLst>
              </p:cNvPr>
              <p:cNvSpPr txBox="1"/>
              <p:nvPr/>
            </p:nvSpPr>
            <p:spPr>
              <a:xfrm>
                <a:off x="6529432" y="3250096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時間</a:t>
                </a:r>
              </a:p>
            </p:txBody>
          </p:sp>
          <p:cxnSp>
            <p:nvCxnSpPr>
              <p:cNvPr id="11" name="直線コネクタ 10">
                <a:extLst>
                  <a:ext uri="{FF2B5EF4-FFF2-40B4-BE49-F238E27FC236}">
                    <a16:creationId xmlns:a16="http://schemas.microsoft.com/office/drawing/2014/main" id="{7D8883FF-CE03-76E4-E56E-41999B087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0821" y="2701651"/>
                <a:ext cx="2749330" cy="0"/>
              </a:xfrm>
              <a:prstGeom prst="line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8997E795-CD12-5664-3F45-E961B57668AE}"/>
                  </a:ext>
                </a:extLst>
              </p:cNvPr>
              <p:cNvSpPr/>
              <p:nvPr/>
            </p:nvSpPr>
            <p:spPr>
              <a:xfrm>
                <a:off x="4437600" y="2523382"/>
                <a:ext cx="914400" cy="177524"/>
              </a:xfrm>
              <a:prstGeom prst="rect">
                <a:avLst/>
              </a:prstGeom>
              <a:solidFill>
                <a:srgbClr val="9D90A0">
                  <a:lumMod val="20000"/>
                  <a:lumOff val="8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139302A1-9512-1A09-6664-D5453A4915A5}"/>
                  </a:ext>
                </a:extLst>
              </p:cNvPr>
              <p:cNvSpPr/>
              <p:nvPr/>
            </p:nvSpPr>
            <p:spPr>
              <a:xfrm>
                <a:off x="5352000" y="2400165"/>
                <a:ext cx="914400" cy="295787"/>
              </a:xfrm>
              <a:prstGeom prst="rect">
                <a:avLst/>
              </a:prstGeom>
              <a:solidFill>
                <a:srgbClr val="9DE838"/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14" name="正方形/長方形 13">
                <a:extLst>
                  <a:ext uri="{FF2B5EF4-FFF2-40B4-BE49-F238E27FC236}">
                    <a16:creationId xmlns:a16="http://schemas.microsoft.com/office/drawing/2014/main" id="{FAAF7913-D9B2-3826-06AE-50E276EB39DC}"/>
                  </a:ext>
                </a:extLst>
              </p:cNvPr>
              <p:cNvSpPr/>
              <p:nvPr/>
            </p:nvSpPr>
            <p:spPr>
              <a:xfrm>
                <a:off x="3523200" y="3095237"/>
                <a:ext cx="927518" cy="177524"/>
              </a:xfrm>
              <a:prstGeom prst="rect">
                <a:avLst/>
              </a:prstGeom>
              <a:solidFill>
                <a:srgbClr val="9D90A0">
                  <a:lumMod val="20000"/>
                  <a:lumOff val="8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cxnSp>
            <p:nvCxnSpPr>
              <p:cNvPr id="15" name="直線コネクタ 14">
                <a:extLst>
                  <a:ext uri="{FF2B5EF4-FFF2-40B4-BE49-F238E27FC236}">
                    <a16:creationId xmlns:a16="http://schemas.microsoft.com/office/drawing/2014/main" id="{457FE602-3BDE-B9DC-C6C3-71B7259F42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0821" y="3272761"/>
                <a:ext cx="2758855" cy="0"/>
              </a:xfrm>
              <a:prstGeom prst="line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7DDF4484-A667-E1EF-6AC4-D9B20806B0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08071" y="2001492"/>
                <a:ext cx="0" cy="405473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17" name="正方形/長方形 16">
                <a:extLst>
                  <a:ext uri="{FF2B5EF4-FFF2-40B4-BE49-F238E27FC236}">
                    <a16:creationId xmlns:a16="http://schemas.microsoft.com/office/drawing/2014/main" id="{EDEFD2EE-48F1-6D9C-7675-29E6CE082066}"/>
                  </a:ext>
                </a:extLst>
              </p:cNvPr>
              <p:cNvSpPr/>
              <p:nvPr/>
            </p:nvSpPr>
            <p:spPr>
              <a:xfrm>
                <a:off x="3990305" y="1708880"/>
                <a:ext cx="447294" cy="295787"/>
              </a:xfrm>
              <a:prstGeom prst="rect">
                <a:avLst/>
              </a:prstGeom>
              <a:solidFill>
                <a:srgbClr val="297FD5">
                  <a:lumMod val="40000"/>
                  <a:lumOff val="6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18" name="正方形/長方形 17">
                <a:extLst>
                  <a:ext uri="{FF2B5EF4-FFF2-40B4-BE49-F238E27FC236}">
                    <a16:creationId xmlns:a16="http://schemas.microsoft.com/office/drawing/2014/main" id="{8FA3F90A-CFAE-A9E7-0D13-8C202A7626ED}"/>
                  </a:ext>
                </a:extLst>
              </p:cNvPr>
              <p:cNvSpPr/>
              <p:nvPr/>
            </p:nvSpPr>
            <p:spPr>
              <a:xfrm>
                <a:off x="4821581" y="1705705"/>
                <a:ext cx="528711" cy="295787"/>
              </a:xfrm>
              <a:prstGeom prst="rect">
                <a:avLst/>
              </a:prstGeom>
              <a:solidFill>
                <a:srgbClr val="297FD5">
                  <a:lumMod val="40000"/>
                  <a:lumOff val="6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cxnSp>
            <p:nvCxnSpPr>
              <p:cNvPr id="19" name="直線矢印コネクタ 18">
                <a:extLst>
                  <a:ext uri="{FF2B5EF4-FFF2-40B4-BE49-F238E27FC236}">
                    <a16:creationId xmlns:a16="http://schemas.microsoft.com/office/drawing/2014/main" id="{9F4CF435-A0D9-A00C-6025-63184F208E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21581" y="2001492"/>
                <a:ext cx="0" cy="975577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20" name="直線矢印コネクタ 19">
                <a:extLst>
                  <a:ext uri="{FF2B5EF4-FFF2-40B4-BE49-F238E27FC236}">
                    <a16:creationId xmlns:a16="http://schemas.microsoft.com/office/drawing/2014/main" id="{6A2437EF-BCA4-50A5-F068-80F899E255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7629" y="1998950"/>
                <a:ext cx="0" cy="405473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7426FA41-D23D-0494-90F8-651572FB04E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10821" y="1994244"/>
                <a:ext cx="2720755" cy="9525"/>
              </a:xfrm>
              <a:prstGeom prst="line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22" name="直線矢印コネクタ 21">
                <a:extLst>
                  <a:ext uri="{FF2B5EF4-FFF2-40B4-BE49-F238E27FC236}">
                    <a16:creationId xmlns:a16="http://schemas.microsoft.com/office/drawing/2014/main" id="{35D3A915-E4F2-3B40-0AC3-39483032449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814244" y="1590860"/>
                <a:ext cx="536048" cy="0"/>
              </a:xfrm>
              <a:prstGeom prst="straightConnector1">
                <a:avLst/>
              </a:prstGeom>
              <a:noFill/>
              <a:ln w="19050" cap="flat" cmpd="sng" algn="in">
                <a:solidFill>
                  <a:srgbClr val="FF0000"/>
                </a:solidFill>
                <a:prstDash val="solid"/>
                <a:headEnd type="triangle"/>
                <a:tailEnd type="triangle"/>
              </a:ln>
              <a:effectLst/>
            </p:spPr>
          </p:cxnSp>
          <p:sp>
            <p:nvSpPr>
              <p:cNvPr id="23" name="正方形/長方形 22">
                <a:extLst>
                  <a:ext uri="{FF2B5EF4-FFF2-40B4-BE49-F238E27FC236}">
                    <a16:creationId xmlns:a16="http://schemas.microsoft.com/office/drawing/2014/main" id="{A9E9F985-345F-DE79-4B8C-49AA532100B6}"/>
                  </a:ext>
                </a:extLst>
              </p:cNvPr>
              <p:cNvSpPr/>
              <p:nvPr/>
            </p:nvSpPr>
            <p:spPr>
              <a:xfrm>
                <a:off x="4452518" y="2978107"/>
                <a:ext cx="897774" cy="295787"/>
              </a:xfrm>
              <a:prstGeom prst="rect">
                <a:avLst/>
              </a:prstGeom>
              <a:solidFill>
                <a:srgbClr val="9DE838"/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cxnSp>
            <p:nvCxnSpPr>
              <p:cNvPr id="24" name="直線矢印コネクタ 23">
                <a:extLst>
                  <a:ext uri="{FF2B5EF4-FFF2-40B4-BE49-F238E27FC236}">
                    <a16:creationId xmlns:a16="http://schemas.microsoft.com/office/drawing/2014/main" id="{E9D53DE5-1AFD-91BB-931B-C650390039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37599" y="1998950"/>
                <a:ext cx="0" cy="978119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25" name="正方形/長方形 24">
                <a:extLst>
                  <a:ext uri="{FF2B5EF4-FFF2-40B4-BE49-F238E27FC236}">
                    <a16:creationId xmlns:a16="http://schemas.microsoft.com/office/drawing/2014/main" id="{C59BAE90-F727-E52D-7FC0-9A36BB3ACD3B}"/>
                  </a:ext>
                </a:extLst>
              </p:cNvPr>
              <p:cNvSpPr/>
              <p:nvPr/>
            </p:nvSpPr>
            <p:spPr>
              <a:xfrm>
                <a:off x="5352000" y="3095601"/>
                <a:ext cx="914400" cy="177524"/>
              </a:xfrm>
              <a:prstGeom prst="rect">
                <a:avLst/>
              </a:prstGeom>
              <a:solidFill>
                <a:srgbClr val="9D90A0">
                  <a:lumMod val="20000"/>
                  <a:lumOff val="8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3D1D234D-EF0F-B390-0F7D-AFEB388727BC}"/>
                  </a:ext>
                </a:extLst>
              </p:cNvPr>
              <p:cNvSpPr txBox="1"/>
              <p:nvPr/>
            </p:nvSpPr>
            <p:spPr>
              <a:xfrm>
                <a:off x="3547032" y="3580884"/>
                <a:ext cx="226696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600" kern="0" dirty="0" err="1">
                    <a:solidFill>
                      <a:prstClr val="black"/>
                    </a:solidFill>
                    <a:latin typeface="Arial"/>
                    <a:ea typeface="メイリオ"/>
                  </a:rPr>
                  <a:t>SingleSemaphoreTake</a:t>
                </a:r>
                <a:endPara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27" name="吹き出し: 四角形 26">
                <a:extLst>
                  <a:ext uri="{FF2B5EF4-FFF2-40B4-BE49-F238E27FC236}">
                    <a16:creationId xmlns:a16="http://schemas.microsoft.com/office/drawing/2014/main" id="{5C234F0B-1E7D-C756-7321-0889B8A7EB29}"/>
                  </a:ext>
                </a:extLst>
              </p:cNvPr>
              <p:cNvSpPr/>
              <p:nvPr/>
            </p:nvSpPr>
            <p:spPr>
              <a:xfrm>
                <a:off x="5700705" y="1949324"/>
                <a:ext cx="1299866" cy="376534"/>
              </a:xfrm>
              <a:prstGeom prst="wedgeRectCallout">
                <a:avLst>
                  <a:gd name="adj1" fmla="val -117562"/>
                  <a:gd name="adj2" fmla="val 222174"/>
                </a:avLst>
              </a:prstGeom>
              <a:solidFill>
                <a:srgbClr val="629DD1">
                  <a:lumMod val="20000"/>
                  <a:lumOff val="80000"/>
                </a:srgbClr>
              </a:solidFill>
              <a:ln w="127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anose="020B0604030504040204" pitchFamily="50" charset="-128"/>
                    <a:ea typeface="メイリオ" panose="020B0604030504040204" pitchFamily="50" charset="-128"/>
                    <a:cs typeface="+mn-cs"/>
                  </a:rPr>
                  <a:t>セマフォ返却</a:t>
                </a:r>
                <a:endPara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endParaRPr>
              </a:p>
            </p:txBody>
          </p:sp>
          <p:sp>
            <p:nvSpPr>
              <p:cNvPr id="28" name="吹き出し: 四角形 27">
                <a:extLst>
                  <a:ext uri="{FF2B5EF4-FFF2-40B4-BE49-F238E27FC236}">
                    <a16:creationId xmlns:a16="http://schemas.microsoft.com/office/drawing/2014/main" id="{1E3D04EE-7747-521D-ECB3-EB6D2A91BD57}"/>
                  </a:ext>
                </a:extLst>
              </p:cNvPr>
              <p:cNvSpPr/>
              <p:nvPr/>
            </p:nvSpPr>
            <p:spPr>
              <a:xfrm>
                <a:off x="5532541" y="1481771"/>
                <a:ext cx="1282854" cy="369334"/>
              </a:xfrm>
              <a:prstGeom prst="wedgeRectCallout">
                <a:avLst>
                  <a:gd name="adj1" fmla="val -168227"/>
                  <a:gd name="adj2" fmla="val 200055"/>
                </a:avLst>
              </a:prstGeom>
              <a:solidFill>
                <a:srgbClr val="629DD1">
                  <a:lumMod val="20000"/>
                  <a:lumOff val="80000"/>
                </a:srgbClr>
              </a:solidFill>
              <a:ln w="127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anose="020B0604030504040204" pitchFamily="50" charset="-128"/>
                    <a:ea typeface="メイリオ" panose="020B0604030504040204" pitchFamily="50" charset="-128"/>
                    <a:cs typeface="+mn-cs"/>
                  </a:rPr>
                  <a:t>セマフォ獲得</a:t>
                </a:r>
                <a:endPara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endParaRPr>
              </a:p>
            </p:txBody>
          </p:sp>
        </p:grp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0980C478-4B6F-8954-0627-7BCEA8F06AF4}"/>
                </a:ext>
              </a:extLst>
            </p:cNvPr>
            <p:cNvCxnSpPr>
              <a:cxnSpLocks/>
            </p:cNvCxnSpPr>
            <p:nvPr/>
          </p:nvCxnSpPr>
          <p:spPr>
            <a:xfrm>
              <a:off x="645033" y="4556572"/>
              <a:ext cx="1224183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3C57E85D-BA39-8A07-67BB-53D0CC256069}"/>
              </a:ext>
            </a:extLst>
          </p:cNvPr>
          <p:cNvGrpSpPr/>
          <p:nvPr/>
        </p:nvGrpSpPr>
        <p:grpSpPr>
          <a:xfrm>
            <a:off x="803939" y="823163"/>
            <a:ext cx="4581188" cy="1862749"/>
            <a:chOff x="2807850" y="1520482"/>
            <a:chExt cx="4581188" cy="1862749"/>
          </a:xfrm>
        </p:grpSpPr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C260B85A-E9F8-7456-77DC-AD645043DB74}"/>
                </a:ext>
              </a:extLst>
            </p:cNvPr>
            <p:cNvGrpSpPr/>
            <p:nvPr/>
          </p:nvGrpSpPr>
          <p:grpSpPr>
            <a:xfrm>
              <a:off x="2868833" y="1520482"/>
              <a:ext cx="4520205" cy="1862749"/>
              <a:chOff x="2228503" y="-567689"/>
              <a:chExt cx="4520205" cy="1862749"/>
            </a:xfrm>
          </p:grpSpPr>
          <p:cxnSp>
            <p:nvCxnSpPr>
              <p:cNvPr id="33" name="直線矢印コネクタ 32">
                <a:extLst>
                  <a:ext uri="{FF2B5EF4-FFF2-40B4-BE49-F238E27FC236}">
                    <a16:creationId xmlns:a16="http://schemas.microsoft.com/office/drawing/2014/main" id="{BCEEA148-0D7A-8AD9-6B96-8BD75DE38E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23009" y="860497"/>
                <a:ext cx="2910788" cy="0"/>
              </a:xfrm>
              <a:prstGeom prst="straightConnector1">
                <a:avLst/>
              </a:prstGeom>
              <a:noFill/>
              <a:ln w="2540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73D25D16-0775-56E7-BB83-2BCA05915DC8}"/>
                  </a:ext>
                </a:extLst>
              </p:cNvPr>
              <p:cNvSpPr txBox="1"/>
              <p:nvPr/>
            </p:nvSpPr>
            <p:spPr>
              <a:xfrm>
                <a:off x="2230928" y="344619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タスク</a:t>
                </a:r>
              </a:p>
            </p:txBody>
          </p: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417F5E13-5E44-75C6-1EFE-34D19A5CA476}"/>
                  </a:ext>
                </a:extLst>
              </p:cNvPr>
              <p:cNvSpPr txBox="1"/>
              <p:nvPr/>
            </p:nvSpPr>
            <p:spPr>
              <a:xfrm>
                <a:off x="2228503" y="-323342"/>
                <a:ext cx="5180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OS</a:t>
                </a:r>
                <a:endPara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A3BD79CB-7804-8C93-A09C-E07D5EC55002}"/>
                  </a:ext>
                </a:extLst>
              </p:cNvPr>
              <p:cNvSpPr txBox="1"/>
              <p:nvPr/>
            </p:nvSpPr>
            <p:spPr>
              <a:xfrm>
                <a:off x="6102377" y="756451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時間</a:t>
                </a:r>
              </a:p>
            </p:txBody>
          </p: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58B0D56E-6EF1-6452-B4AF-C2B39CE964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99209" y="667218"/>
                <a:ext cx="2590748" cy="0"/>
              </a:xfrm>
              <a:prstGeom prst="line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38" name="正方形/長方形 37">
                <a:extLst>
                  <a:ext uri="{FF2B5EF4-FFF2-40B4-BE49-F238E27FC236}">
                    <a16:creationId xmlns:a16="http://schemas.microsoft.com/office/drawing/2014/main" id="{A6E271C8-3136-1E46-4E50-7D0D4903EED9}"/>
                  </a:ext>
                </a:extLst>
              </p:cNvPr>
              <p:cNvSpPr/>
              <p:nvPr/>
            </p:nvSpPr>
            <p:spPr>
              <a:xfrm>
                <a:off x="3195442" y="370979"/>
                <a:ext cx="2594514" cy="295787"/>
              </a:xfrm>
              <a:prstGeom prst="rect">
                <a:avLst/>
              </a:prstGeom>
              <a:solidFill>
                <a:srgbClr val="9DE838"/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ACD44DCB-258B-702E-9EFE-477D30C39D42}"/>
                  </a:ext>
                </a:extLst>
              </p:cNvPr>
              <p:cNvSpPr/>
              <p:nvPr/>
            </p:nvSpPr>
            <p:spPr>
              <a:xfrm>
                <a:off x="4079379" y="-322901"/>
                <a:ext cx="643773" cy="295787"/>
              </a:xfrm>
              <a:prstGeom prst="rect">
                <a:avLst/>
              </a:prstGeom>
              <a:solidFill>
                <a:srgbClr val="297FD5">
                  <a:lumMod val="40000"/>
                  <a:lumOff val="6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cxnSp>
            <p:nvCxnSpPr>
              <p:cNvPr id="40" name="直線矢印コネクタ 39">
                <a:extLst>
                  <a:ext uri="{FF2B5EF4-FFF2-40B4-BE49-F238E27FC236}">
                    <a16:creationId xmlns:a16="http://schemas.microsoft.com/office/drawing/2014/main" id="{8288622D-7D9E-C764-8F9B-B7DC544662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29941" y="-15657"/>
                <a:ext cx="0" cy="384203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41" name="直線コネクタ 40">
                <a:extLst>
                  <a:ext uri="{FF2B5EF4-FFF2-40B4-BE49-F238E27FC236}">
                    <a16:creationId xmlns:a16="http://schemas.microsoft.com/office/drawing/2014/main" id="{EF2329CD-4B0D-5C13-0ECE-B882E421AE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5545" y="-16433"/>
                <a:ext cx="2604412" cy="0"/>
              </a:xfrm>
              <a:prstGeom prst="line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42" name="直線矢印コネクタ 41">
                <a:extLst>
                  <a:ext uri="{FF2B5EF4-FFF2-40B4-BE49-F238E27FC236}">
                    <a16:creationId xmlns:a16="http://schemas.microsoft.com/office/drawing/2014/main" id="{F086CC3C-72E8-75D0-FDFE-13704756146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94659" y="-458090"/>
                <a:ext cx="643738" cy="0"/>
              </a:xfrm>
              <a:prstGeom prst="straightConnector1">
                <a:avLst/>
              </a:prstGeom>
              <a:noFill/>
              <a:ln w="19050" cap="flat" cmpd="sng" algn="in">
                <a:solidFill>
                  <a:srgbClr val="FF0000"/>
                </a:solidFill>
                <a:prstDash val="solid"/>
                <a:headEnd type="triangle"/>
                <a:tailEnd type="triangle"/>
              </a:ln>
              <a:effectLst/>
            </p:spPr>
          </p:cxnSp>
          <p:cxnSp>
            <p:nvCxnSpPr>
              <p:cNvPr id="43" name="直線矢印コネクタ 42">
                <a:extLst>
                  <a:ext uri="{FF2B5EF4-FFF2-40B4-BE49-F238E27FC236}">
                    <a16:creationId xmlns:a16="http://schemas.microsoft.com/office/drawing/2014/main" id="{7E834FF6-BA90-3653-897F-6651E5385D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76932" y="-39293"/>
                <a:ext cx="0" cy="412601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11D4832F-661E-35C0-C8CA-A41C7E929487}"/>
                  </a:ext>
                </a:extLst>
              </p:cNvPr>
              <p:cNvSpPr txBox="1"/>
              <p:nvPr/>
            </p:nvSpPr>
            <p:spPr>
              <a:xfrm>
                <a:off x="3078037" y="956506"/>
                <a:ext cx="223330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600" kern="0" dirty="0" err="1">
                    <a:solidFill>
                      <a:prstClr val="black"/>
                    </a:solidFill>
                    <a:latin typeface="Arial"/>
                    <a:ea typeface="メイリオ"/>
                  </a:rPr>
                  <a:t>SingleSemaphoreGive</a:t>
                </a:r>
                <a:endPara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45" name="吹き出し: 四角形 44">
                <a:extLst>
                  <a:ext uri="{FF2B5EF4-FFF2-40B4-BE49-F238E27FC236}">
                    <a16:creationId xmlns:a16="http://schemas.microsoft.com/office/drawing/2014/main" id="{52DD4BCD-B1EC-415E-0C3E-E94365E3BBB7}"/>
                  </a:ext>
                </a:extLst>
              </p:cNvPr>
              <p:cNvSpPr/>
              <p:nvPr/>
            </p:nvSpPr>
            <p:spPr>
              <a:xfrm>
                <a:off x="2650468" y="-567689"/>
                <a:ext cx="1282853" cy="369333"/>
              </a:xfrm>
              <a:prstGeom prst="wedgeRectCallout">
                <a:avLst>
                  <a:gd name="adj1" fmla="val 61338"/>
                  <a:gd name="adj2" fmla="val 198307"/>
                </a:avLst>
              </a:prstGeom>
              <a:solidFill>
                <a:srgbClr val="629DD1">
                  <a:lumMod val="20000"/>
                  <a:lumOff val="80000"/>
                </a:srgbClr>
              </a:solidFill>
              <a:ln w="127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anose="020B0604030504040204" pitchFamily="50" charset="-128"/>
                    <a:ea typeface="メイリオ" panose="020B0604030504040204" pitchFamily="50" charset="-128"/>
                    <a:cs typeface="+mn-cs"/>
                  </a:rPr>
                  <a:t>セマフォ返却</a:t>
                </a:r>
                <a:endPara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endParaRPr>
              </a:p>
            </p:txBody>
          </p:sp>
        </p:grp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CA05F213-4FB9-7A29-6D2C-35DE7AF63F1A}"/>
                </a:ext>
              </a:extLst>
            </p:cNvPr>
            <p:cNvCxnSpPr>
              <a:cxnSpLocks/>
            </p:cNvCxnSpPr>
            <p:nvPr/>
          </p:nvCxnSpPr>
          <p:spPr>
            <a:xfrm>
              <a:off x="2807850" y="2071896"/>
              <a:ext cx="1101488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</p:grp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5AFF9723-1008-5CC3-7891-F857D3806B22}"/>
              </a:ext>
            </a:extLst>
          </p:cNvPr>
          <p:cNvGrpSpPr/>
          <p:nvPr/>
        </p:nvGrpSpPr>
        <p:grpSpPr>
          <a:xfrm>
            <a:off x="777593" y="4073268"/>
            <a:ext cx="4998122" cy="2329467"/>
            <a:chOff x="1941417" y="6571447"/>
            <a:chExt cx="4998122" cy="2329467"/>
          </a:xfrm>
        </p:grpSpPr>
        <p:grpSp>
          <p:nvGrpSpPr>
            <p:cNvPr id="47" name="グループ化 46">
              <a:extLst>
                <a:ext uri="{FF2B5EF4-FFF2-40B4-BE49-F238E27FC236}">
                  <a16:creationId xmlns:a16="http://schemas.microsoft.com/office/drawing/2014/main" id="{035D7F0E-2110-CB4E-20BA-1E0F45CA9090}"/>
                </a:ext>
              </a:extLst>
            </p:cNvPr>
            <p:cNvGrpSpPr/>
            <p:nvPr/>
          </p:nvGrpSpPr>
          <p:grpSpPr>
            <a:xfrm>
              <a:off x="1941417" y="6571447"/>
              <a:ext cx="4998122" cy="2329467"/>
              <a:chOff x="3904841" y="3136400"/>
              <a:chExt cx="4998122" cy="2329467"/>
            </a:xfrm>
          </p:grpSpPr>
          <p:cxnSp>
            <p:nvCxnSpPr>
              <p:cNvPr id="49" name="直線矢印コネクタ 48">
                <a:extLst>
                  <a:ext uri="{FF2B5EF4-FFF2-40B4-BE49-F238E27FC236}">
                    <a16:creationId xmlns:a16="http://schemas.microsoft.com/office/drawing/2014/main" id="{BCAD94E1-A931-CFD6-3805-8AAF0A45B1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8802" y="5072771"/>
                <a:ext cx="3185626" cy="16620"/>
              </a:xfrm>
              <a:prstGeom prst="straightConnector1">
                <a:avLst/>
              </a:prstGeom>
              <a:noFill/>
              <a:ln w="2540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50" name="正方形/長方形 49">
                <a:extLst>
                  <a:ext uri="{FF2B5EF4-FFF2-40B4-BE49-F238E27FC236}">
                    <a16:creationId xmlns:a16="http://schemas.microsoft.com/office/drawing/2014/main" id="{F0945F42-8F03-B2AB-A9BB-9293D495C0B0}"/>
                  </a:ext>
                </a:extLst>
              </p:cNvPr>
              <p:cNvSpPr/>
              <p:nvPr/>
            </p:nvSpPr>
            <p:spPr>
              <a:xfrm>
                <a:off x="5250400" y="4059748"/>
                <a:ext cx="914400" cy="295787"/>
              </a:xfrm>
              <a:prstGeom prst="rect">
                <a:avLst/>
              </a:prstGeom>
              <a:solidFill>
                <a:srgbClr val="9DE838"/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1BA12DBE-46EA-C419-CD29-0F4AE0DC3055}"/>
                  </a:ext>
                </a:extLst>
              </p:cNvPr>
              <p:cNvSpPr txBox="1"/>
              <p:nvPr/>
            </p:nvSpPr>
            <p:spPr>
              <a:xfrm>
                <a:off x="3904841" y="4012253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タスク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(</a:t>
                </a:r>
                <a:r>
                  <a:rPr kumimoji="0" lang="ja-JP" altLang="en-US" kern="0" dirty="0">
                    <a:solidFill>
                      <a:prstClr val="black"/>
                    </a:solidFill>
                    <a:latin typeface="Arial"/>
                    <a:ea typeface="メイリオ"/>
                  </a:rPr>
                  <a:t>高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)</a:t>
                </a:r>
                <a:endPara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E5454507-0BE4-FC22-F252-8E5B05E1D438}"/>
                  </a:ext>
                </a:extLst>
              </p:cNvPr>
              <p:cNvSpPr txBox="1"/>
              <p:nvPr/>
            </p:nvSpPr>
            <p:spPr>
              <a:xfrm>
                <a:off x="3932226" y="4616362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タスク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(</a:t>
                </a: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低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)</a:t>
                </a:r>
                <a:endPara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08DFA35D-7334-7B3C-FFB8-7C60A793F15C}"/>
                  </a:ext>
                </a:extLst>
              </p:cNvPr>
              <p:cNvSpPr txBox="1"/>
              <p:nvPr/>
            </p:nvSpPr>
            <p:spPr>
              <a:xfrm>
                <a:off x="4034789" y="3287646"/>
                <a:ext cx="5180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OS</a:t>
                </a:r>
                <a:endPara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6973430B-78A8-A9EE-E2FB-D0523AEAA60A}"/>
                  </a:ext>
                </a:extLst>
              </p:cNvPr>
              <p:cNvSpPr txBox="1"/>
              <p:nvPr/>
            </p:nvSpPr>
            <p:spPr>
              <a:xfrm>
                <a:off x="8256632" y="4904725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時間</a:t>
                </a:r>
              </a:p>
            </p:txBody>
          </p:sp>
          <p:cxnSp>
            <p:nvCxnSpPr>
              <p:cNvPr id="55" name="直線コネクタ 54">
                <a:extLst>
                  <a:ext uri="{FF2B5EF4-FFF2-40B4-BE49-F238E27FC236}">
                    <a16:creationId xmlns:a16="http://schemas.microsoft.com/office/drawing/2014/main" id="{F30FC00A-0D6F-7FA4-2170-7D84D3D894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8909" y="4356280"/>
                <a:ext cx="2729553" cy="0"/>
              </a:xfrm>
              <a:prstGeom prst="line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849B5C02-58ED-6A48-346A-59B550CACAE0}"/>
                  </a:ext>
                </a:extLst>
              </p:cNvPr>
              <p:cNvSpPr/>
              <p:nvPr/>
            </p:nvSpPr>
            <p:spPr>
              <a:xfrm>
                <a:off x="6164800" y="4178011"/>
                <a:ext cx="914400" cy="177524"/>
              </a:xfrm>
              <a:prstGeom prst="rect">
                <a:avLst/>
              </a:prstGeom>
              <a:solidFill>
                <a:srgbClr val="9D90A0">
                  <a:lumMod val="20000"/>
                  <a:lumOff val="8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83551283-2A9C-66AB-9448-F5106124BB19}"/>
                  </a:ext>
                </a:extLst>
              </p:cNvPr>
              <p:cNvSpPr/>
              <p:nvPr/>
            </p:nvSpPr>
            <p:spPr>
              <a:xfrm>
                <a:off x="7066635" y="4064319"/>
                <a:ext cx="914400" cy="295787"/>
              </a:xfrm>
              <a:prstGeom prst="rect">
                <a:avLst/>
              </a:prstGeom>
              <a:solidFill>
                <a:srgbClr val="9DE838"/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B8E49B01-0CC8-7255-FCF0-CB5B13EAD290}"/>
                  </a:ext>
                </a:extLst>
              </p:cNvPr>
              <p:cNvSpPr/>
              <p:nvPr/>
            </p:nvSpPr>
            <p:spPr>
              <a:xfrm>
                <a:off x="5247225" y="4749866"/>
                <a:ext cx="927518" cy="177524"/>
              </a:xfrm>
              <a:prstGeom prst="rect">
                <a:avLst/>
              </a:prstGeom>
              <a:solidFill>
                <a:srgbClr val="9D90A0">
                  <a:lumMod val="20000"/>
                  <a:lumOff val="8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cxnSp>
            <p:nvCxnSpPr>
              <p:cNvPr id="59" name="直線コネクタ 58">
                <a:extLst>
                  <a:ext uri="{FF2B5EF4-FFF2-40B4-BE49-F238E27FC236}">
                    <a16:creationId xmlns:a16="http://schemas.microsoft.com/office/drawing/2014/main" id="{7965CED5-2FFF-5E37-7867-65BE2ED8D3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4464" y="4927390"/>
                <a:ext cx="2753048" cy="0"/>
              </a:xfrm>
              <a:prstGeom prst="line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60" name="直線矢印コネクタ 59">
                <a:extLst>
                  <a:ext uri="{FF2B5EF4-FFF2-40B4-BE49-F238E27FC236}">
                    <a16:creationId xmlns:a16="http://schemas.microsoft.com/office/drawing/2014/main" id="{7AE2E8CF-A0AF-C155-0294-58E06C8DBBC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35271" y="3656121"/>
                <a:ext cx="0" cy="405473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9F227CCC-D0A8-0328-CBAA-550DEC7A5AAC}"/>
                  </a:ext>
                </a:extLst>
              </p:cNvPr>
              <p:cNvSpPr/>
              <p:nvPr/>
            </p:nvSpPr>
            <p:spPr>
              <a:xfrm>
                <a:off x="5717505" y="3363509"/>
                <a:ext cx="447294" cy="295787"/>
              </a:xfrm>
              <a:prstGeom prst="rect">
                <a:avLst/>
              </a:prstGeom>
              <a:solidFill>
                <a:srgbClr val="297FD5">
                  <a:lumMod val="40000"/>
                  <a:lumOff val="6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BF2E9963-001D-4BA0-D59E-F7AA655AF4FE}"/>
                  </a:ext>
                </a:extLst>
              </p:cNvPr>
              <p:cNvSpPr/>
              <p:nvPr/>
            </p:nvSpPr>
            <p:spPr>
              <a:xfrm>
                <a:off x="6548781" y="3360334"/>
                <a:ext cx="528711" cy="295787"/>
              </a:xfrm>
              <a:prstGeom prst="rect">
                <a:avLst/>
              </a:prstGeom>
              <a:solidFill>
                <a:srgbClr val="297FD5">
                  <a:lumMod val="40000"/>
                  <a:lumOff val="6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cxnSp>
            <p:nvCxnSpPr>
              <p:cNvPr id="63" name="直線矢印コネクタ 62">
                <a:extLst>
                  <a:ext uri="{FF2B5EF4-FFF2-40B4-BE49-F238E27FC236}">
                    <a16:creationId xmlns:a16="http://schemas.microsoft.com/office/drawing/2014/main" id="{55AC4CF2-629F-458B-F566-B866729B71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8781" y="3656121"/>
                <a:ext cx="0" cy="975577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64" name="直線矢印コネクタ 63">
                <a:extLst>
                  <a:ext uri="{FF2B5EF4-FFF2-40B4-BE49-F238E27FC236}">
                    <a16:creationId xmlns:a16="http://schemas.microsoft.com/office/drawing/2014/main" id="{72BB085C-8C91-6DC6-BED1-CBE095113F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84829" y="3653579"/>
                <a:ext cx="0" cy="405473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65" name="直線コネクタ 64">
                <a:extLst>
                  <a:ext uri="{FF2B5EF4-FFF2-40B4-BE49-F238E27FC236}">
                    <a16:creationId xmlns:a16="http://schemas.microsoft.com/office/drawing/2014/main" id="{D065643E-8B05-7488-37E4-842919A202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1289" y="3653579"/>
                <a:ext cx="2752311" cy="0"/>
              </a:xfrm>
              <a:prstGeom prst="line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67" name="正方形/長方形 66">
                <a:extLst>
                  <a:ext uri="{FF2B5EF4-FFF2-40B4-BE49-F238E27FC236}">
                    <a16:creationId xmlns:a16="http://schemas.microsoft.com/office/drawing/2014/main" id="{C97C15EB-B8C1-9F45-852B-A85F4981D721}"/>
                  </a:ext>
                </a:extLst>
              </p:cNvPr>
              <p:cNvSpPr/>
              <p:nvPr/>
            </p:nvSpPr>
            <p:spPr>
              <a:xfrm>
                <a:off x="6179718" y="4632736"/>
                <a:ext cx="897774" cy="295787"/>
              </a:xfrm>
              <a:prstGeom prst="rect">
                <a:avLst/>
              </a:prstGeom>
              <a:solidFill>
                <a:srgbClr val="9DE838"/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cxnSp>
            <p:nvCxnSpPr>
              <p:cNvPr id="68" name="直線矢印コネクタ 67">
                <a:extLst>
                  <a:ext uri="{FF2B5EF4-FFF2-40B4-BE49-F238E27FC236}">
                    <a16:creationId xmlns:a16="http://schemas.microsoft.com/office/drawing/2014/main" id="{49336AE4-4300-6C20-1FFB-30030F5B93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64799" y="3653579"/>
                <a:ext cx="0" cy="978119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69" name="正方形/長方形 68">
                <a:extLst>
                  <a:ext uri="{FF2B5EF4-FFF2-40B4-BE49-F238E27FC236}">
                    <a16:creationId xmlns:a16="http://schemas.microsoft.com/office/drawing/2014/main" id="{A073BBC8-AECA-4C05-BF09-B58DD1661B7C}"/>
                  </a:ext>
                </a:extLst>
              </p:cNvPr>
              <p:cNvSpPr/>
              <p:nvPr/>
            </p:nvSpPr>
            <p:spPr>
              <a:xfrm>
                <a:off x="7079200" y="4750230"/>
                <a:ext cx="914400" cy="177524"/>
              </a:xfrm>
              <a:prstGeom prst="rect">
                <a:avLst/>
              </a:prstGeom>
              <a:solidFill>
                <a:srgbClr val="9D90A0">
                  <a:lumMod val="20000"/>
                  <a:lumOff val="8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70" name="テキスト ボックス 69">
                <a:extLst>
                  <a:ext uri="{FF2B5EF4-FFF2-40B4-BE49-F238E27FC236}">
                    <a16:creationId xmlns:a16="http://schemas.microsoft.com/office/drawing/2014/main" id="{10D410AA-C0A7-95F0-34E8-5EDFE51BF0DE}"/>
                  </a:ext>
                </a:extLst>
              </p:cNvPr>
              <p:cNvSpPr txBox="1"/>
              <p:nvPr/>
            </p:nvSpPr>
            <p:spPr>
              <a:xfrm>
                <a:off x="5432452" y="5127313"/>
                <a:ext cx="217559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600" b="0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SingleTaskNotifyTake</a:t>
                </a:r>
                <a:endPara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71" name="吹き出し: 四角形 70">
                <a:extLst>
                  <a:ext uri="{FF2B5EF4-FFF2-40B4-BE49-F238E27FC236}">
                    <a16:creationId xmlns:a16="http://schemas.microsoft.com/office/drawing/2014/main" id="{7AC3B4A2-1D6A-2D3C-663A-BCCF4575439A}"/>
                  </a:ext>
                </a:extLst>
              </p:cNvPr>
              <p:cNvSpPr/>
              <p:nvPr/>
            </p:nvSpPr>
            <p:spPr>
              <a:xfrm>
                <a:off x="7420625" y="3618241"/>
                <a:ext cx="590741" cy="376534"/>
              </a:xfrm>
              <a:prstGeom prst="wedgeRectCallout">
                <a:avLst>
                  <a:gd name="adj1" fmla="val -201406"/>
                  <a:gd name="adj2" fmla="val 222174"/>
                </a:avLst>
              </a:prstGeom>
              <a:solidFill>
                <a:srgbClr val="629DD1">
                  <a:lumMod val="20000"/>
                  <a:lumOff val="80000"/>
                </a:srgbClr>
              </a:solidFill>
              <a:ln w="127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anose="020B0604030504040204" pitchFamily="50" charset="-128"/>
                    <a:ea typeface="メイリオ" panose="020B0604030504040204" pitchFamily="50" charset="-128"/>
                    <a:cs typeface="+mn-cs"/>
                  </a:rPr>
                  <a:t>起床</a:t>
                </a:r>
                <a:endPara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endParaRPr>
              </a:p>
            </p:txBody>
          </p:sp>
          <p:sp>
            <p:nvSpPr>
              <p:cNvPr id="72" name="吹き出し: 四角形 71">
                <a:extLst>
                  <a:ext uri="{FF2B5EF4-FFF2-40B4-BE49-F238E27FC236}">
                    <a16:creationId xmlns:a16="http://schemas.microsoft.com/office/drawing/2014/main" id="{631C23E1-8842-3D1A-7341-A96EF54F9E96}"/>
                  </a:ext>
                </a:extLst>
              </p:cNvPr>
              <p:cNvSpPr/>
              <p:nvPr/>
            </p:nvSpPr>
            <p:spPr>
              <a:xfrm>
                <a:off x="7259741" y="3136400"/>
                <a:ext cx="987351" cy="369334"/>
              </a:xfrm>
              <a:prstGeom prst="wedgeRectCallout">
                <a:avLst>
                  <a:gd name="adj1" fmla="val -203698"/>
                  <a:gd name="adj2" fmla="val 194897"/>
                </a:avLst>
              </a:prstGeom>
              <a:solidFill>
                <a:srgbClr val="629DD1">
                  <a:lumMod val="20000"/>
                  <a:lumOff val="80000"/>
                </a:srgbClr>
              </a:solidFill>
              <a:ln w="127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anose="020B0604030504040204" pitchFamily="50" charset="-128"/>
                    <a:ea typeface="メイリオ" panose="020B0604030504040204" pitchFamily="50" charset="-128"/>
                    <a:cs typeface="+mn-cs"/>
                  </a:rPr>
                  <a:t>起床待ち</a:t>
                </a:r>
                <a:endPara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endParaRPr>
              </a:p>
            </p:txBody>
          </p:sp>
          <p:cxnSp>
            <p:nvCxnSpPr>
              <p:cNvPr id="73" name="直線矢印コネクタ 72">
                <a:extLst>
                  <a:ext uri="{FF2B5EF4-FFF2-40B4-BE49-F238E27FC236}">
                    <a16:creationId xmlns:a16="http://schemas.microsoft.com/office/drawing/2014/main" id="{24B6762F-65D1-6125-D3DD-5340A21A45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07913" y="3245489"/>
                <a:ext cx="456886" cy="0"/>
              </a:xfrm>
              <a:prstGeom prst="straightConnector1">
                <a:avLst/>
              </a:prstGeom>
              <a:noFill/>
              <a:ln w="19050" cap="flat" cmpd="sng" algn="in">
                <a:solidFill>
                  <a:srgbClr val="FF0000"/>
                </a:solidFill>
                <a:prstDash val="solid"/>
                <a:headEnd type="triangle"/>
                <a:tailEnd type="triangle"/>
              </a:ln>
              <a:effectLst/>
            </p:spPr>
          </p:cxnSp>
        </p:grp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131B0F13-F05C-2CE3-8AB1-886BED777172}"/>
                </a:ext>
              </a:extLst>
            </p:cNvPr>
            <p:cNvCxnSpPr>
              <a:cxnSpLocks/>
            </p:cNvCxnSpPr>
            <p:nvPr/>
          </p:nvCxnSpPr>
          <p:spPr>
            <a:xfrm>
              <a:off x="2032000" y="7090438"/>
              <a:ext cx="1224183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</p:grpSp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3C1F940F-948D-CB5C-1B7E-D39DFD9EEAF3}"/>
              </a:ext>
            </a:extLst>
          </p:cNvPr>
          <p:cNvGrpSpPr/>
          <p:nvPr/>
        </p:nvGrpSpPr>
        <p:grpSpPr>
          <a:xfrm>
            <a:off x="6593628" y="4018867"/>
            <a:ext cx="4998122" cy="2311642"/>
            <a:chOff x="1941417" y="6571447"/>
            <a:chExt cx="4998122" cy="2311642"/>
          </a:xfrm>
        </p:grpSpPr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DC516601-42C3-DE73-31D3-98E913F8FC20}"/>
                </a:ext>
              </a:extLst>
            </p:cNvPr>
            <p:cNvGrpSpPr/>
            <p:nvPr/>
          </p:nvGrpSpPr>
          <p:grpSpPr>
            <a:xfrm>
              <a:off x="1941417" y="6571447"/>
              <a:ext cx="4998122" cy="2311642"/>
              <a:chOff x="3904841" y="3136400"/>
              <a:chExt cx="4998122" cy="2311642"/>
            </a:xfrm>
          </p:grpSpPr>
          <p:cxnSp>
            <p:nvCxnSpPr>
              <p:cNvPr id="79" name="直線矢印コネクタ 78">
                <a:extLst>
                  <a:ext uri="{FF2B5EF4-FFF2-40B4-BE49-F238E27FC236}">
                    <a16:creationId xmlns:a16="http://schemas.microsoft.com/office/drawing/2014/main" id="{A90AE984-1ED4-EBD6-E02F-3D5F248FC3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8802" y="5072771"/>
                <a:ext cx="3185626" cy="16620"/>
              </a:xfrm>
              <a:prstGeom prst="straightConnector1">
                <a:avLst/>
              </a:prstGeom>
              <a:noFill/>
              <a:ln w="2540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80" name="正方形/長方形 79">
                <a:extLst>
                  <a:ext uri="{FF2B5EF4-FFF2-40B4-BE49-F238E27FC236}">
                    <a16:creationId xmlns:a16="http://schemas.microsoft.com/office/drawing/2014/main" id="{54C186BF-57A8-85C8-8A5A-A9F524F15AA4}"/>
                  </a:ext>
                </a:extLst>
              </p:cNvPr>
              <p:cNvSpPr/>
              <p:nvPr/>
            </p:nvSpPr>
            <p:spPr>
              <a:xfrm>
                <a:off x="5250400" y="4059748"/>
                <a:ext cx="914400" cy="295787"/>
              </a:xfrm>
              <a:prstGeom prst="rect">
                <a:avLst/>
              </a:prstGeom>
              <a:solidFill>
                <a:srgbClr val="9DE838"/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DB41B650-6A8C-B1C6-F4E0-1E2F894CA93D}"/>
                  </a:ext>
                </a:extLst>
              </p:cNvPr>
              <p:cNvSpPr txBox="1"/>
              <p:nvPr/>
            </p:nvSpPr>
            <p:spPr>
              <a:xfrm>
                <a:off x="3904841" y="4012253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タスク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(</a:t>
                </a: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高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)</a:t>
                </a:r>
                <a:endPara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82" name="テキスト ボックス 81">
                <a:extLst>
                  <a:ext uri="{FF2B5EF4-FFF2-40B4-BE49-F238E27FC236}">
                    <a16:creationId xmlns:a16="http://schemas.microsoft.com/office/drawing/2014/main" id="{B944424F-5F0A-038F-8442-780C6BE00B48}"/>
                  </a:ext>
                </a:extLst>
              </p:cNvPr>
              <p:cNvSpPr txBox="1"/>
              <p:nvPr/>
            </p:nvSpPr>
            <p:spPr>
              <a:xfrm>
                <a:off x="3932226" y="4616362"/>
                <a:ext cx="12618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タスク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(</a:t>
                </a: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低</a:t>
                </a: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)</a:t>
                </a:r>
                <a:endPara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83" name="テキスト ボックス 82">
                <a:extLst>
                  <a:ext uri="{FF2B5EF4-FFF2-40B4-BE49-F238E27FC236}">
                    <a16:creationId xmlns:a16="http://schemas.microsoft.com/office/drawing/2014/main" id="{1C3126D6-3F1D-CF2A-3990-3C0C7C4448DC}"/>
                  </a:ext>
                </a:extLst>
              </p:cNvPr>
              <p:cNvSpPr txBox="1"/>
              <p:nvPr/>
            </p:nvSpPr>
            <p:spPr>
              <a:xfrm>
                <a:off x="4034789" y="3287646"/>
                <a:ext cx="5180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OS</a:t>
                </a:r>
                <a:endPara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84" name="テキスト ボックス 83">
                <a:extLst>
                  <a:ext uri="{FF2B5EF4-FFF2-40B4-BE49-F238E27FC236}">
                    <a16:creationId xmlns:a16="http://schemas.microsoft.com/office/drawing/2014/main" id="{3C20B50F-492A-6213-CA7D-B73F7A3AC080}"/>
                  </a:ext>
                </a:extLst>
              </p:cNvPr>
              <p:cNvSpPr txBox="1"/>
              <p:nvPr/>
            </p:nvSpPr>
            <p:spPr>
              <a:xfrm>
                <a:off x="8256632" y="4904725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メイリオ"/>
                  </a:rPr>
                  <a:t>時間</a:t>
                </a:r>
              </a:p>
            </p:txBody>
          </p:sp>
          <p:cxnSp>
            <p:nvCxnSpPr>
              <p:cNvPr id="85" name="直線コネクタ 84">
                <a:extLst>
                  <a:ext uri="{FF2B5EF4-FFF2-40B4-BE49-F238E27FC236}">
                    <a16:creationId xmlns:a16="http://schemas.microsoft.com/office/drawing/2014/main" id="{0BB55B71-BB7D-9B3F-99B7-6DC8B3062A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8909" y="4356280"/>
                <a:ext cx="2729553" cy="0"/>
              </a:xfrm>
              <a:prstGeom prst="line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</p:cxnSp>
          <p:sp>
            <p:nvSpPr>
              <p:cNvPr id="86" name="正方形/長方形 85">
                <a:extLst>
                  <a:ext uri="{FF2B5EF4-FFF2-40B4-BE49-F238E27FC236}">
                    <a16:creationId xmlns:a16="http://schemas.microsoft.com/office/drawing/2014/main" id="{86B6F245-CFEF-6205-304D-66BB6FE015FB}"/>
                  </a:ext>
                </a:extLst>
              </p:cNvPr>
              <p:cNvSpPr/>
              <p:nvPr/>
            </p:nvSpPr>
            <p:spPr>
              <a:xfrm>
                <a:off x="6164800" y="4178011"/>
                <a:ext cx="914400" cy="177524"/>
              </a:xfrm>
              <a:prstGeom prst="rect">
                <a:avLst/>
              </a:prstGeom>
              <a:solidFill>
                <a:srgbClr val="9D90A0">
                  <a:lumMod val="20000"/>
                  <a:lumOff val="8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87" name="正方形/長方形 86">
                <a:extLst>
                  <a:ext uri="{FF2B5EF4-FFF2-40B4-BE49-F238E27FC236}">
                    <a16:creationId xmlns:a16="http://schemas.microsoft.com/office/drawing/2014/main" id="{744B16BC-843C-B395-BC90-C08098E873AD}"/>
                  </a:ext>
                </a:extLst>
              </p:cNvPr>
              <p:cNvSpPr/>
              <p:nvPr/>
            </p:nvSpPr>
            <p:spPr>
              <a:xfrm>
                <a:off x="7066635" y="4064319"/>
                <a:ext cx="914400" cy="295787"/>
              </a:xfrm>
              <a:prstGeom prst="rect">
                <a:avLst/>
              </a:prstGeom>
              <a:solidFill>
                <a:srgbClr val="9DE838"/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88" name="正方形/長方形 87">
                <a:extLst>
                  <a:ext uri="{FF2B5EF4-FFF2-40B4-BE49-F238E27FC236}">
                    <a16:creationId xmlns:a16="http://schemas.microsoft.com/office/drawing/2014/main" id="{6DF54B14-F21D-0CBA-005A-596B707993D3}"/>
                  </a:ext>
                </a:extLst>
              </p:cNvPr>
              <p:cNvSpPr/>
              <p:nvPr/>
            </p:nvSpPr>
            <p:spPr>
              <a:xfrm>
                <a:off x="5247225" y="4749866"/>
                <a:ext cx="927518" cy="177524"/>
              </a:xfrm>
              <a:prstGeom prst="rect">
                <a:avLst/>
              </a:prstGeom>
              <a:solidFill>
                <a:srgbClr val="9D90A0">
                  <a:lumMod val="20000"/>
                  <a:lumOff val="8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cxnSp>
            <p:nvCxnSpPr>
              <p:cNvPr id="89" name="直線コネクタ 88">
                <a:extLst>
                  <a:ext uri="{FF2B5EF4-FFF2-40B4-BE49-F238E27FC236}">
                    <a16:creationId xmlns:a16="http://schemas.microsoft.com/office/drawing/2014/main" id="{0CAE7C03-43A7-10F9-F330-80BBE87781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4464" y="4927390"/>
                <a:ext cx="2753048" cy="0"/>
              </a:xfrm>
              <a:prstGeom prst="line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90" name="直線矢印コネクタ 89">
                <a:extLst>
                  <a:ext uri="{FF2B5EF4-FFF2-40B4-BE49-F238E27FC236}">
                    <a16:creationId xmlns:a16="http://schemas.microsoft.com/office/drawing/2014/main" id="{88AAB03E-0A99-3F7C-7BEF-DB31F47EB94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35271" y="3656121"/>
                <a:ext cx="0" cy="405473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91" name="正方形/長方形 90">
                <a:extLst>
                  <a:ext uri="{FF2B5EF4-FFF2-40B4-BE49-F238E27FC236}">
                    <a16:creationId xmlns:a16="http://schemas.microsoft.com/office/drawing/2014/main" id="{848D5D4A-712D-F657-2575-1B89F3B1F4A1}"/>
                  </a:ext>
                </a:extLst>
              </p:cNvPr>
              <p:cNvSpPr/>
              <p:nvPr/>
            </p:nvSpPr>
            <p:spPr>
              <a:xfrm>
                <a:off x="5717505" y="3363509"/>
                <a:ext cx="447294" cy="295787"/>
              </a:xfrm>
              <a:prstGeom prst="rect">
                <a:avLst/>
              </a:prstGeom>
              <a:solidFill>
                <a:srgbClr val="297FD5">
                  <a:lumMod val="40000"/>
                  <a:lumOff val="6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92" name="正方形/長方形 91">
                <a:extLst>
                  <a:ext uri="{FF2B5EF4-FFF2-40B4-BE49-F238E27FC236}">
                    <a16:creationId xmlns:a16="http://schemas.microsoft.com/office/drawing/2014/main" id="{2714A094-D1B4-078A-E133-6BC1B24A843E}"/>
                  </a:ext>
                </a:extLst>
              </p:cNvPr>
              <p:cNvSpPr/>
              <p:nvPr/>
            </p:nvSpPr>
            <p:spPr>
              <a:xfrm>
                <a:off x="6548781" y="3360334"/>
                <a:ext cx="528711" cy="295787"/>
              </a:xfrm>
              <a:prstGeom prst="rect">
                <a:avLst/>
              </a:prstGeom>
              <a:solidFill>
                <a:srgbClr val="297FD5">
                  <a:lumMod val="40000"/>
                  <a:lumOff val="6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cxnSp>
            <p:nvCxnSpPr>
              <p:cNvPr id="93" name="直線矢印コネクタ 92">
                <a:extLst>
                  <a:ext uri="{FF2B5EF4-FFF2-40B4-BE49-F238E27FC236}">
                    <a16:creationId xmlns:a16="http://schemas.microsoft.com/office/drawing/2014/main" id="{A0EFF02E-C88D-9420-9514-AA87E4F173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548781" y="3656121"/>
                <a:ext cx="0" cy="975577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94" name="直線矢印コネクタ 93">
                <a:extLst>
                  <a:ext uri="{FF2B5EF4-FFF2-40B4-BE49-F238E27FC236}">
                    <a16:creationId xmlns:a16="http://schemas.microsoft.com/office/drawing/2014/main" id="{2430CCDB-C647-EA03-8E9E-B87D3FD353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84829" y="3653579"/>
                <a:ext cx="0" cy="405473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95" name="直線コネクタ 94">
                <a:extLst>
                  <a:ext uri="{FF2B5EF4-FFF2-40B4-BE49-F238E27FC236}">
                    <a16:creationId xmlns:a16="http://schemas.microsoft.com/office/drawing/2014/main" id="{596DC4AE-E66C-F071-DA50-99F175C482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41289" y="3653579"/>
                <a:ext cx="2752311" cy="0"/>
              </a:xfrm>
              <a:prstGeom prst="line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</p:cxnSp>
          <p:cxnSp>
            <p:nvCxnSpPr>
              <p:cNvPr id="96" name="直線矢印コネクタ 95">
                <a:extLst>
                  <a:ext uri="{FF2B5EF4-FFF2-40B4-BE49-F238E27FC236}">
                    <a16:creationId xmlns:a16="http://schemas.microsoft.com/office/drawing/2014/main" id="{FF3FADD2-1D63-4EE1-C4A6-4483E0AC56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41444" y="3245489"/>
                <a:ext cx="536048" cy="0"/>
              </a:xfrm>
              <a:prstGeom prst="straightConnector1">
                <a:avLst/>
              </a:prstGeom>
              <a:noFill/>
              <a:ln w="19050" cap="flat" cmpd="sng" algn="in">
                <a:solidFill>
                  <a:srgbClr val="FF0000"/>
                </a:solidFill>
                <a:prstDash val="solid"/>
                <a:headEnd type="triangle"/>
                <a:tailEnd type="triangle"/>
              </a:ln>
              <a:effectLst/>
            </p:spPr>
          </p:cxnSp>
          <p:sp>
            <p:nvSpPr>
              <p:cNvPr id="97" name="正方形/長方形 96">
                <a:extLst>
                  <a:ext uri="{FF2B5EF4-FFF2-40B4-BE49-F238E27FC236}">
                    <a16:creationId xmlns:a16="http://schemas.microsoft.com/office/drawing/2014/main" id="{8D3CA356-CD23-3CC7-D7C6-460ED7E10279}"/>
                  </a:ext>
                </a:extLst>
              </p:cNvPr>
              <p:cNvSpPr/>
              <p:nvPr/>
            </p:nvSpPr>
            <p:spPr>
              <a:xfrm>
                <a:off x="6179718" y="4632736"/>
                <a:ext cx="897774" cy="295787"/>
              </a:xfrm>
              <a:prstGeom prst="rect">
                <a:avLst/>
              </a:prstGeom>
              <a:solidFill>
                <a:srgbClr val="9DE838"/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cxnSp>
            <p:nvCxnSpPr>
              <p:cNvPr id="98" name="直線矢印コネクタ 97">
                <a:extLst>
                  <a:ext uri="{FF2B5EF4-FFF2-40B4-BE49-F238E27FC236}">
                    <a16:creationId xmlns:a16="http://schemas.microsoft.com/office/drawing/2014/main" id="{17C6AD0A-4F63-16C4-5FF5-02DBF4AB6C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64799" y="3653579"/>
                <a:ext cx="0" cy="978119"/>
              </a:xfrm>
              <a:prstGeom prst="straightConnector1">
                <a:avLst/>
              </a:prstGeom>
              <a:noFill/>
              <a:ln w="19050" cap="flat" cmpd="sng" algn="in">
                <a:solidFill>
                  <a:sysClr val="windowText" lastClr="000000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99" name="正方形/長方形 98">
                <a:extLst>
                  <a:ext uri="{FF2B5EF4-FFF2-40B4-BE49-F238E27FC236}">
                    <a16:creationId xmlns:a16="http://schemas.microsoft.com/office/drawing/2014/main" id="{BFE1618C-35F8-00F2-5BDB-07AAE359F8E8}"/>
                  </a:ext>
                </a:extLst>
              </p:cNvPr>
              <p:cNvSpPr/>
              <p:nvPr/>
            </p:nvSpPr>
            <p:spPr>
              <a:xfrm>
                <a:off x="7079200" y="4750230"/>
                <a:ext cx="914400" cy="177524"/>
              </a:xfrm>
              <a:prstGeom prst="rect">
                <a:avLst/>
              </a:prstGeom>
              <a:solidFill>
                <a:srgbClr val="9D90A0">
                  <a:lumMod val="20000"/>
                  <a:lumOff val="80000"/>
                </a:srgbClr>
              </a:solidFill>
              <a:ln w="254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ja-JP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メイリオ"/>
                  <a:cs typeface="+mn-cs"/>
                </a:endParaRPr>
              </a:p>
            </p:txBody>
          </p:sp>
          <p:sp>
            <p:nvSpPr>
              <p:cNvPr id="100" name="テキスト ボックス 99">
                <a:extLst>
                  <a:ext uri="{FF2B5EF4-FFF2-40B4-BE49-F238E27FC236}">
                    <a16:creationId xmlns:a16="http://schemas.microsoft.com/office/drawing/2014/main" id="{7F7EB9EE-F900-BB0A-A757-973E1F108011}"/>
                  </a:ext>
                </a:extLst>
              </p:cNvPr>
              <p:cNvSpPr txBox="1"/>
              <p:nvPr/>
            </p:nvSpPr>
            <p:spPr>
              <a:xfrm>
                <a:off x="5661283" y="5109488"/>
                <a:ext cx="214193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ja-JP" sz="1600" kern="0" dirty="0" err="1">
                    <a:solidFill>
                      <a:prstClr val="black"/>
                    </a:solidFill>
                    <a:latin typeface="Arial"/>
                    <a:ea typeface="メイリオ"/>
                  </a:rPr>
                  <a:t>SingleTaskNotifyGive</a:t>
                </a:r>
                <a:endPara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endParaRPr>
              </a:p>
            </p:txBody>
          </p:sp>
          <p:sp>
            <p:nvSpPr>
              <p:cNvPr id="101" name="吹き出し: 四角形 100">
                <a:extLst>
                  <a:ext uri="{FF2B5EF4-FFF2-40B4-BE49-F238E27FC236}">
                    <a16:creationId xmlns:a16="http://schemas.microsoft.com/office/drawing/2014/main" id="{E4ECCE6A-E6D8-FEC6-FA15-B638C7E661C9}"/>
                  </a:ext>
                </a:extLst>
              </p:cNvPr>
              <p:cNvSpPr/>
              <p:nvPr/>
            </p:nvSpPr>
            <p:spPr>
              <a:xfrm>
                <a:off x="7420625" y="3618241"/>
                <a:ext cx="590741" cy="376534"/>
              </a:xfrm>
              <a:prstGeom prst="wedgeRectCallout">
                <a:avLst>
                  <a:gd name="adj1" fmla="val -201406"/>
                  <a:gd name="adj2" fmla="val 222174"/>
                </a:avLst>
              </a:prstGeom>
              <a:solidFill>
                <a:srgbClr val="629DD1">
                  <a:lumMod val="20000"/>
                  <a:lumOff val="80000"/>
                </a:srgbClr>
              </a:solidFill>
              <a:ln w="127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anose="020B0604030504040204" pitchFamily="50" charset="-128"/>
                    <a:ea typeface="メイリオ" panose="020B0604030504040204" pitchFamily="50" charset="-128"/>
                    <a:cs typeface="+mn-cs"/>
                  </a:rPr>
                  <a:t>起床</a:t>
                </a:r>
                <a:endPara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endParaRPr>
              </a:p>
            </p:txBody>
          </p:sp>
          <p:sp>
            <p:nvSpPr>
              <p:cNvPr id="102" name="吹き出し: 四角形 101">
                <a:extLst>
                  <a:ext uri="{FF2B5EF4-FFF2-40B4-BE49-F238E27FC236}">
                    <a16:creationId xmlns:a16="http://schemas.microsoft.com/office/drawing/2014/main" id="{6F464B31-087F-6EA0-8A73-B19E6D16ABB2}"/>
                  </a:ext>
                </a:extLst>
              </p:cNvPr>
              <p:cNvSpPr/>
              <p:nvPr/>
            </p:nvSpPr>
            <p:spPr>
              <a:xfrm>
                <a:off x="7259741" y="3136400"/>
                <a:ext cx="987351" cy="369334"/>
              </a:xfrm>
              <a:prstGeom prst="wedgeRectCallout">
                <a:avLst>
                  <a:gd name="adj1" fmla="val -203698"/>
                  <a:gd name="adj2" fmla="val 194897"/>
                </a:avLst>
              </a:prstGeom>
              <a:solidFill>
                <a:srgbClr val="629DD1">
                  <a:lumMod val="20000"/>
                  <a:lumOff val="80000"/>
                </a:srgbClr>
              </a:solidFill>
              <a:ln w="12700" cap="flat" cmpd="sng" algn="in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ja-JP" alt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メイリオ" panose="020B0604030504040204" pitchFamily="50" charset="-128"/>
                    <a:ea typeface="メイリオ" panose="020B0604030504040204" pitchFamily="50" charset="-128"/>
                    <a:cs typeface="+mn-cs"/>
                  </a:rPr>
                  <a:t>起床待ち</a:t>
                </a:r>
                <a:endParaRPr kumimoji="0" lang="en-US" altLang="ja-JP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endParaRPr>
              </a:p>
            </p:txBody>
          </p:sp>
        </p:grpSp>
        <p:cxnSp>
          <p:nvCxnSpPr>
            <p:cNvPr id="78" name="直線コネクタ 77">
              <a:extLst>
                <a:ext uri="{FF2B5EF4-FFF2-40B4-BE49-F238E27FC236}">
                  <a16:creationId xmlns:a16="http://schemas.microsoft.com/office/drawing/2014/main" id="{05A6E8D5-C3F2-B400-2295-59858F805457}"/>
                </a:ext>
              </a:extLst>
            </p:cNvPr>
            <p:cNvCxnSpPr>
              <a:cxnSpLocks/>
            </p:cNvCxnSpPr>
            <p:nvPr/>
          </p:nvCxnSpPr>
          <p:spPr>
            <a:xfrm>
              <a:off x="2032000" y="7090438"/>
              <a:ext cx="1224183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22377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9E358E9-BE59-E418-E469-A7909F4F6D2C}"/>
              </a:ext>
            </a:extLst>
          </p:cNvPr>
          <p:cNvGrpSpPr/>
          <p:nvPr/>
        </p:nvGrpSpPr>
        <p:grpSpPr>
          <a:xfrm>
            <a:off x="629281" y="253967"/>
            <a:ext cx="5371754" cy="2473647"/>
            <a:chOff x="1108326" y="2471597"/>
            <a:chExt cx="5371754" cy="2473647"/>
          </a:xfrm>
        </p:grpSpPr>
        <p:cxnSp>
          <p:nvCxnSpPr>
            <p:cNvPr id="3" name="直線矢印コネクタ 2">
              <a:extLst>
                <a:ext uri="{FF2B5EF4-FFF2-40B4-BE49-F238E27FC236}">
                  <a16:creationId xmlns:a16="http://schemas.microsoft.com/office/drawing/2014/main" id="{E49F86D6-2E84-E1C6-EB96-63C162D79CDF}"/>
                </a:ext>
              </a:extLst>
            </p:cNvPr>
            <p:cNvCxnSpPr>
              <a:cxnSpLocks/>
            </p:cNvCxnSpPr>
            <p:nvPr/>
          </p:nvCxnSpPr>
          <p:spPr>
            <a:xfrm>
              <a:off x="2857455" y="4431532"/>
              <a:ext cx="3002280" cy="0"/>
            </a:xfrm>
            <a:prstGeom prst="straightConnector1">
              <a:avLst/>
            </a:prstGeom>
            <a:noFill/>
            <a:ln w="2540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5E9F89F-CBAD-719F-B57E-A5BB818E8D6B}"/>
                </a:ext>
              </a:extLst>
            </p:cNvPr>
            <p:cNvSpPr/>
            <p:nvPr/>
          </p:nvSpPr>
          <p:spPr>
            <a:xfrm>
              <a:off x="2840842" y="3488625"/>
              <a:ext cx="914400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223D152E-6E12-806E-EADE-7F1E294A4A04}"/>
                </a:ext>
              </a:extLst>
            </p:cNvPr>
            <p:cNvSpPr txBox="1"/>
            <p:nvPr/>
          </p:nvSpPr>
          <p:spPr>
            <a:xfrm>
              <a:off x="1972491" y="342630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タスク</a:t>
              </a: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9BAACFC-1E1B-37C3-BCC2-5643E427A75D}"/>
                </a:ext>
              </a:extLst>
            </p:cNvPr>
            <p:cNvSpPr txBox="1"/>
            <p:nvPr/>
          </p:nvSpPr>
          <p:spPr>
            <a:xfrm>
              <a:off x="1980111" y="403227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タスク</a:t>
              </a: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C95D4297-C2E1-AA60-2B6E-0778B9052F75}"/>
                </a:ext>
              </a:extLst>
            </p:cNvPr>
            <p:cNvSpPr txBox="1"/>
            <p:nvPr/>
          </p:nvSpPr>
          <p:spPr>
            <a:xfrm>
              <a:off x="2026102" y="2914550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OS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メイリオ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8F1B5DA-74D8-C79D-1240-B1D47BB7F562}"/>
                </a:ext>
              </a:extLst>
            </p:cNvPr>
            <p:cNvSpPr txBox="1"/>
            <p:nvPr/>
          </p:nvSpPr>
          <p:spPr>
            <a:xfrm>
              <a:off x="5833749" y="4257039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時間</a:t>
              </a:r>
            </a:p>
          </p:txBody>
        </p: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DAE487CD-5D45-BAA8-AF51-001E03339D6D}"/>
                </a:ext>
              </a:extLst>
            </p:cNvPr>
            <p:cNvCxnSpPr>
              <a:cxnSpLocks/>
            </p:cNvCxnSpPr>
            <p:nvPr/>
          </p:nvCxnSpPr>
          <p:spPr>
            <a:xfrm>
              <a:off x="2834595" y="3785157"/>
              <a:ext cx="222250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1877C3E9-378A-EDF0-BDE8-D7ADC1330EC8}"/>
                </a:ext>
              </a:extLst>
            </p:cNvPr>
            <p:cNvSpPr/>
            <p:nvPr/>
          </p:nvSpPr>
          <p:spPr>
            <a:xfrm>
              <a:off x="3755242" y="3606888"/>
              <a:ext cx="914400" cy="177524"/>
            </a:xfrm>
            <a:prstGeom prst="rect">
              <a:avLst/>
            </a:prstGeom>
            <a:solidFill>
              <a:srgbClr val="9D90A0">
                <a:lumMod val="20000"/>
                <a:lumOff val="8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D6E0C279-7D67-4570-FC17-C633D931D5F2}"/>
                </a:ext>
              </a:extLst>
            </p:cNvPr>
            <p:cNvSpPr/>
            <p:nvPr/>
          </p:nvSpPr>
          <p:spPr>
            <a:xfrm>
              <a:off x="4669642" y="3483671"/>
              <a:ext cx="383981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C62E2043-EAB3-3B48-74EF-98DEC1CD2CD6}"/>
                </a:ext>
              </a:extLst>
            </p:cNvPr>
            <p:cNvCxnSpPr>
              <a:cxnSpLocks/>
            </p:cNvCxnSpPr>
            <p:nvPr/>
          </p:nvCxnSpPr>
          <p:spPr>
            <a:xfrm>
              <a:off x="2847295" y="4356267"/>
              <a:ext cx="219710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DA04DFB6-133D-F519-7880-B10902F37B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5713" y="3274777"/>
              <a:ext cx="0" cy="215694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6B29521F-C29E-899C-6930-5B35FDF9DA2C}"/>
                </a:ext>
              </a:extLst>
            </p:cNvPr>
            <p:cNvSpPr/>
            <p:nvPr/>
          </p:nvSpPr>
          <p:spPr>
            <a:xfrm>
              <a:off x="3307947" y="2982165"/>
              <a:ext cx="447294" cy="295787"/>
            </a:xfrm>
            <a:prstGeom prst="rect">
              <a:avLst/>
            </a:prstGeom>
            <a:solidFill>
              <a:srgbClr val="297FD5">
                <a:lumMod val="40000"/>
                <a:lumOff val="6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26B0239D-B840-8C0D-DE9E-D21BE1075BA7}"/>
                </a:ext>
              </a:extLst>
            </p:cNvPr>
            <p:cNvSpPr/>
            <p:nvPr/>
          </p:nvSpPr>
          <p:spPr>
            <a:xfrm>
              <a:off x="4139223" y="2988095"/>
              <a:ext cx="528711" cy="295787"/>
            </a:xfrm>
            <a:prstGeom prst="rect">
              <a:avLst/>
            </a:prstGeom>
            <a:solidFill>
              <a:srgbClr val="297FD5">
                <a:lumMod val="40000"/>
                <a:lumOff val="6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F1324A4A-8218-9496-2271-AA7C57B14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9223" y="3274777"/>
              <a:ext cx="0" cy="785798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68D339A2-2651-6F96-6C6A-257E384DBB64}"/>
                </a:ext>
              </a:extLst>
            </p:cNvPr>
            <p:cNvCxnSpPr>
              <a:cxnSpLocks/>
            </p:cNvCxnSpPr>
            <p:nvPr/>
          </p:nvCxnSpPr>
          <p:spPr>
            <a:xfrm>
              <a:off x="3755241" y="3266063"/>
              <a:ext cx="0" cy="794512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99E56203-5902-C19F-FC39-A1FCF7343B68}"/>
                </a:ext>
              </a:extLst>
            </p:cNvPr>
            <p:cNvCxnSpPr>
              <a:cxnSpLocks/>
            </p:cNvCxnSpPr>
            <p:nvPr/>
          </p:nvCxnSpPr>
          <p:spPr>
            <a:xfrm>
              <a:off x="4675271" y="3274777"/>
              <a:ext cx="0" cy="213152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D0899E38-9365-EFBA-D0DA-0BF9E583D12D}"/>
                </a:ext>
              </a:extLst>
            </p:cNvPr>
            <p:cNvCxnSpPr>
              <a:cxnSpLocks/>
            </p:cNvCxnSpPr>
            <p:nvPr/>
          </p:nvCxnSpPr>
          <p:spPr>
            <a:xfrm>
              <a:off x="2853645" y="3272235"/>
              <a:ext cx="2178050" cy="11647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7EC6EFE8-0F68-8562-BB73-CD4E9B9322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39223" y="2897174"/>
              <a:ext cx="536048" cy="0"/>
            </a:xfrm>
            <a:prstGeom prst="straightConnector1">
              <a:avLst/>
            </a:prstGeom>
            <a:noFill/>
            <a:ln w="19050" cap="flat" cmpd="sng" algn="in">
              <a:solidFill>
                <a:srgbClr val="FF0000"/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338EB890-2452-1161-8EE8-4AF8D3F416FD}"/>
                </a:ext>
              </a:extLst>
            </p:cNvPr>
            <p:cNvSpPr/>
            <p:nvPr/>
          </p:nvSpPr>
          <p:spPr>
            <a:xfrm>
              <a:off x="2849322" y="4053975"/>
              <a:ext cx="2204300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34A09D42-2CC2-98CB-860A-3CAA1F1EABEC}"/>
                </a:ext>
              </a:extLst>
            </p:cNvPr>
            <p:cNvSpPr txBox="1"/>
            <p:nvPr/>
          </p:nvSpPr>
          <p:spPr>
            <a:xfrm>
              <a:off x="2394450" y="4575912"/>
              <a:ext cx="40856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MultiSemaphoreGive</a:t>
              </a: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23" name="吹き出し: 四角形 22">
              <a:extLst>
                <a:ext uri="{FF2B5EF4-FFF2-40B4-BE49-F238E27FC236}">
                  <a16:creationId xmlns:a16="http://schemas.microsoft.com/office/drawing/2014/main" id="{6E34D94E-DFED-452C-EAD8-9CBC041CD47A}"/>
                </a:ext>
              </a:extLst>
            </p:cNvPr>
            <p:cNvSpPr/>
            <p:nvPr/>
          </p:nvSpPr>
          <p:spPr>
            <a:xfrm>
              <a:off x="1797438" y="2543125"/>
              <a:ext cx="1289306" cy="413038"/>
            </a:xfrm>
            <a:prstGeom prst="wedgeRectCallout">
              <a:avLst>
                <a:gd name="adj1" fmla="val 65439"/>
                <a:gd name="adj2" fmla="val 174783"/>
              </a:avLst>
            </a:prstGeom>
            <a:solidFill>
              <a:srgbClr val="E0EBF6"/>
            </a:solidFill>
            <a:ln w="127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セマフォ獲得</a:t>
              </a:r>
              <a:endPara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24" name="吹き出し: 四角形 23">
              <a:extLst>
                <a:ext uri="{FF2B5EF4-FFF2-40B4-BE49-F238E27FC236}">
                  <a16:creationId xmlns:a16="http://schemas.microsoft.com/office/drawing/2014/main" id="{08A475E3-FD25-5E4C-618F-25E3ADD3F625}"/>
                </a:ext>
              </a:extLst>
            </p:cNvPr>
            <p:cNvSpPr/>
            <p:nvPr/>
          </p:nvSpPr>
          <p:spPr>
            <a:xfrm>
              <a:off x="4874990" y="2471597"/>
              <a:ext cx="1289306" cy="403598"/>
            </a:xfrm>
            <a:prstGeom prst="wedgeRectCallout">
              <a:avLst>
                <a:gd name="adj1" fmla="val -105976"/>
                <a:gd name="adj2" fmla="val 345069"/>
              </a:avLst>
            </a:prstGeom>
            <a:solidFill>
              <a:srgbClr val="E0EBF6"/>
            </a:solidFill>
            <a:ln w="127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セマフォ返却</a:t>
              </a:r>
              <a:endPara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24876D5D-B710-324D-8F02-8EBE6CF8E316}"/>
                </a:ext>
              </a:extLst>
            </p:cNvPr>
            <p:cNvSpPr txBox="1"/>
            <p:nvPr/>
          </p:nvSpPr>
          <p:spPr>
            <a:xfrm>
              <a:off x="1108326" y="3410465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PRC1</a:t>
              </a: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0112CEBB-A2B5-5910-1FFA-0EDD00303AEF}"/>
                </a:ext>
              </a:extLst>
            </p:cNvPr>
            <p:cNvSpPr txBox="1"/>
            <p:nvPr/>
          </p:nvSpPr>
          <p:spPr>
            <a:xfrm>
              <a:off x="1108326" y="3997803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PRC0</a:t>
              </a:r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87564CFC-258C-D70A-7229-61122D5A8AB4}"/>
                </a:ext>
              </a:extLst>
            </p:cNvPr>
            <p:cNvCxnSpPr>
              <a:cxnSpLocks/>
            </p:cNvCxnSpPr>
            <p:nvPr/>
          </p:nvCxnSpPr>
          <p:spPr>
            <a:xfrm>
              <a:off x="1140415" y="3789695"/>
              <a:ext cx="1770621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CFB17BE1-3E05-429A-61FB-F0EB7C0B58E9}"/>
                </a:ext>
              </a:extLst>
            </p:cNvPr>
            <p:cNvCxnSpPr>
              <a:cxnSpLocks/>
            </p:cNvCxnSpPr>
            <p:nvPr/>
          </p:nvCxnSpPr>
          <p:spPr>
            <a:xfrm>
              <a:off x="1155020" y="3274357"/>
              <a:ext cx="1721357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63C53759-25B4-8E80-0CEC-93BBD11B2D9E}"/>
              </a:ext>
            </a:extLst>
          </p:cNvPr>
          <p:cNvGrpSpPr/>
          <p:nvPr/>
        </p:nvGrpSpPr>
        <p:grpSpPr>
          <a:xfrm>
            <a:off x="6213213" y="178456"/>
            <a:ext cx="5405185" cy="2766743"/>
            <a:chOff x="8158534" y="2084221"/>
            <a:chExt cx="5405185" cy="2766743"/>
          </a:xfrm>
        </p:grpSpPr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1263BFAA-05D6-B234-ABD5-F4499804F3AB}"/>
                </a:ext>
              </a:extLst>
            </p:cNvPr>
            <p:cNvSpPr/>
            <p:nvPr/>
          </p:nvSpPr>
          <p:spPr>
            <a:xfrm>
              <a:off x="10027831" y="4044767"/>
              <a:ext cx="2728814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31" name="直線矢印コネクタ 30">
              <a:extLst>
                <a:ext uri="{FF2B5EF4-FFF2-40B4-BE49-F238E27FC236}">
                  <a16:creationId xmlns:a16="http://schemas.microsoft.com/office/drawing/2014/main" id="{EB25B7AC-D4D3-4012-4B0C-FA74117820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32030" y="4403722"/>
              <a:ext cx="2964684" cy="8928"/>
            </a:xfrm>
            <a:prstGeom prst="straightConnector1">
              <a:avLst/>
            </a:prstGeom>
            <a:noFill/>
            <a:ln w="2540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8E1CDAF2-11F2-6F50-829F-A3743923368B}"/>
                </a:ext>
              </a:extLst>
            </p:cNvPr>
            <p:cNvSpPr/>
            <p:nvPr/>
          </p:nvSpPr>
          <p:spPr>
            <a:xfrm>
              <a:off x="10009826" y="3079670"/>
              <a:ext cx="908494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CCF9BD36-C230-CFCB-A846-015A9E7DEC8C}"/>
                </a:ext>
              </a:extLst>
            </p:cNvPr>
            <p:cNvSpPr txBox="1"/>
            <p:nvPr/>
          </p:nvSpPr>
          <p:spPr>
            <a:xfrm>
              <a:off x="8777773" y="3013186"/>
              <a:ext cx="1261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タスク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(</a:t>
              </a:r>
              <a:r>
                <a:rPr kumimoji="0" lang="ja-JP" altLang="en-US" kern="0" dirty="0">
                  <a:solidFill>
                    <a:prstClr val="black"/>
                  </a:solidFill>
                  <a:latin typeface="Arial"/>
                  <a:ea typeface="メイリオ"/>
                </a:rPr>
                <a:t>高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)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メイリオ"/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AD596E07-13F2-AFCD-0DB9-E419F8D0CB3E}"/>
                </a:ext>
              </a:extLst>
            </p:cNvPr>
            <p:cNvSpPr txBox="1"/>
            <p:nvPr/>
          </p:nvSpPr>
          <p:spPr>
            <a:xfrm>
              <a:off x="8861084" y="398272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タスク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3BF5F0E2-6BB4-5761-784F-2AB67D11606B}"/>
                </a:ext>
              </a:extLst>
            </p:cNvPr>
            <p:cNvSpPr txBox="1"/>
            <p:nvPr/>
          </p:nvSpPr>
          <p:spPr>
            <a:xfrm>
              <a:off x="8811689" y="2452864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OS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メイリオ"/>
              </a:endParaRPr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03959964-9760-6375-A7DA-F05B48E131B2}"/>
                </a:ext>
              </a:extLst>
            </p:cNvPr>
            <p:cNvSpPr txBox="1"/>
            <p:nvPr/>
          </p:nvSpPr>
          <p:spPr>
            <a:xfrm>
              <a:off x="12917388" y="4202186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時間</a:t>
              </a:r>
            </a:p>
          </p:txBody>
        </p: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0743FF29-C846-97A0-7ED7-D3C5D7ABF8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444" y="3379377"/>
              <a:ext cx="273685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E210AE0A-5483-B94B-F4B2-C0E70826396E}"/>
                </a:ext>
              </a:extLst>
            </p:cNvPr>
            <p:cNvSpPr/>
            <p:nvPr/>
          </p:nvSpPr>
          <p:spPr>
            <a:xfrm>
              <a:off x="10920460" y="3197933"/>
              <a:ext cx="877434" cy="177524"/>
            </a:xfrm>
            <a:prstGeom prst="rect">
              <a:avLst/>
            </a:prstGeom>
            <a:solidFill>
              <a:srgbClr val="9D90A0">
                <a:lumMod val="20000"/>
                <a:lumOff val="8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C46713C7-07CF-83E6-C78D-D2DD92F237C6}"/>
                </a:ext>
              </a:extLst>
            </p:cNvPr>
            <p:cNvSpPr/>
            <p:nvPr/>
          </p:nvSpPr>
          <p:spPr>
            <a:xfrm>
              <a:off x="11802282" y="3081066"/>
              <a:ext cx="953919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67CF9961-944F-2208-7291-AD0A879291E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4319" y="4344742"/>
              <a:ext cx="273050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89B01A3F-2F22-CA8C-57A7-DEEE6FF9BFBD}"/>
                </a:ext>
              </a:extLst>
            </p:cNvPr>
            <p:cNvSpPr/>
            <p:nvPr/>
          </p:nvSpPr>
          <p:spPr>
            <a:xfrm>
              <a:off x="10465244" y="2549295"/>
              <a:ext cx="447294" cy="295787"/>
            </a:xfrm>
            <a:prstGeom prst="rect">
              <a:avLst/>
            </a:prstGeom>
            <a:solidFill>
              <a:srgbClr val="297FD5">
                <a:lumMod val="40000"/>
                <a:lumOff val="6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E2EA42AE-B4CC-253E-9D7B-3D60B177E72F}"/>
                </a:ext>
              </a:extLst>
            </p:cNvPr>
            <p:cNvSpPr/>
            <p:nvPr/>
          </p:nvSpPr>
          <p:spPr>
            <a:xfrm>
              <a:off x="11271120" y="2546120"/>
              <a:ext cx="528711" cy="295787"/>
            </a:xfrm>
            <a:prstGeom prst="rect">
              <a:avLst/>
            </a:prstGeom>
            <a:solidFill>
              <a:srgbClr val="297FD5">
                <a:lumMod val="40000"/>
                <a:lumOff val="6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C5BC2AD8-2A3A-2992-E854-4AC0F6CABF7F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966" y="2845082"/>
              <a:ext cx="0" cy="726313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275D0C28-2168-09D9-85D5-380A8EFF9AA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9330" y="2845082"/>
              <a:ext cx="0" cy="268817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D56767F5-6495-096D-3551-9EF2239A792D}"/>
                </a:ext>
              </a:extLst>
            </p:cNvPr>
            <p:cNvCxnSpPr>
              <a:cxnSpLocks/>
            </p:cNvCxnSpPr>
            <p:nvPr/>
          </p:nvCxnSpPr>
          <p:spPr>
            <a:xfrm>
              <a:off x="9983612" y="2839365"/>
              <a:ext cx="271145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46" name="直線矢印コネクタ 45">
              <a:extLst>
                <a:ext uri="{FF2B5EF4-FFF2-40B4-BE49-F238E27FC236}">
                  <a16:creationId xmlns:a16="http://schemas.microsoft.com/office/drawing/2014/main" id="{69F3E3AF-9440-2140-634F-3B082B1A77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38802" y="2435044"/>
              <a:ext cx="536048" cy="0"/>
            </a:xfrm>
            <a:prstGeom prst="straightConnector1">
              <a:avLst/>
            </a:prstGeom>
            <a:noFill/>
            <a:ln w="19050" cap="flat" cmpd="sng" algn="in">
              <a:solidFill>
                <a:srgbClr val="FF0000"/>
              </a:solidFill>
              <a:prstDash val="solid"/>
              <a:headEnd type="triangle"/>
              <a:tailEnd type="triangle"/>
            </a:ln>
            <a:effectLst/>
          </p:spPr>
        </p:cxnSp>
        <p:cxnSp>
          <p:nvCxnSpPr>
            <p:cNvPr id="47" name="直線矢印コネクタ 46">
              <a:extLst>
                <a:ext uri="{FF2B5EF4-FFF2-40B4-BE49-F238E27FC236}">
                  <a16:creationId xmlns:a16="http://schemas.microsoft.com/office/drawing/2014/main" id="{2706CFE8-8E44-519D-58BE-D5F734F3A5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82239" y="2845082"/>
              <a:ext cx="0" cy="256967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8877DCB0-24E6-E7A0-9ED4-EA8259C98ECB}"/>
                </a:ext>
              </a:extLst>
            </p:cNvPr>
            <p:cNvSpPr txBox="1"/>
            <p:nvPr/>
          </p:nvSpPr>
          <p:spPr>
            <a:xfrm>
              <a:off x="8797547" y="3494581"/>
              <a:ext cx="1261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タスク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(</a:t>
              </a: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低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)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メイリオ"/>
              </a:endParaRPr>
            </a:p>
          </p:txBody>
        </p: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6B6C2C86-61A2-F82E-6851-E31C62B52D96}"/>
                </a:ext>
              </a:extLst>
            </p:cNvPr>
            <p:cNvCxnSpPr>
              <a:cxnSpLocks/>
            </p:cNvCxnSpPr>
            <p:nvPr/>
          </p:nvCxnSpPr>
          <p:spPr>
            <a:xfrm>
              <a:off x="10014794" y="3858447"/>
              <a:ext cx="271780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C20D7534-DDB9-6C5B-0A9A-352E89CFB871}"/>
                </a:ext>
              </a:extLst>
            </p:cNvPr>
            <p:cNvSpPr/>
            <p:nvPr/>
          </p:nvSpPr>
          <p:spPr>
            <a:xfrm>
              <a:off x="10013621" y="3559390"/>
              <a:ext cx="891345" cy="307791"/>
            </a:xfrm>
            <a:prstGeom prst="rect">
              <a:avLst/>
            </a:prstGeom>
            <a:solidFill>
              <a:srgbClr val="9D90A0">
                <a:lumMod val="20000"/>
                <a:lumOff val="8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4E3B2982-85F2-862A-CFEB-841E3A293304}"/>
                </a:ext>
              </a:extLst>
            </p:cNvPr>
            <p:cNvSpPr/>
            <p:nvPr/>
          </p:nvSpPr>
          <p:spPr>
            <a:xfrm>
              <a:off x="10908736" y="3560137"/>
              <a:ext cx="929614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52" name="直線矢印コネクタ 51">
              <a:extLst>
                <a:ext uri="{FF2B5EF4-FFF2-40B4-BE49-F238E27FC236}">
                  <a16:creationId xmlns:a16="http://schemas.microsoft.com/office/drawing/2014/main" id="{DE81B95F-15DC-6D54-A8AA-055C9BB035B3}"/>
                </a:ext>
              </a:extLst>
            </p:cNvPr>
            <p:cNvCxnSpPr>
              <a:cxnSpLocks/>
            </p:cNvCxnSpPr>
            <p:nvPr/>
          </p:nvCxnSpPr>
          <p:spPr>
            <a:xfrm>
              <a:off x="10919686" y="2845082"/>
              <a:ext cx="0" cy="1198354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53" name="直線矢印コネクタ 52">
              <a:extLst>
                <a:ext uri="{FF2B5EF4-FFF2-40B4-BE49-F238E27FC236}">
                  <a16:creationId xmlns:a16="http://schemas.microsoft.com/office/drawing/2014/main" id="{2666BF68-6541-02A3-DE25-F000885C0A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80077" y="2845082"/>
              <a:ext cx="0" cy="1204704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54" name="正方形/長方形 53">
              <a:extLst>
                <a:ext uri="{FF2B5EF4-FFF2-40B4-BE49-F238E27FC236}">
                  <a16:creationId xmlns:a16="http://schemas.microsoft.com/office/drawing/2014/main" id="{1FC2C199-461E-81A5-00AB-20BEDD383DAC}"/>
                </a:ext>
              </a:extLst>
            </p:cNvPr>
            <p:cNvSpPr/>
            <p:nvPr/>
          </p:nvSpPr>
          <p:spPr>
            <a:xfrm>
              <a:off x="11831013" y="3558550"/>
              <a:ext cx="916105" cy="307791"/>
            </a:xfrm>
            <a:prstGeom prst="rect">
              <a:avLst/>
            </a:prstGeom>
            <a:solidFill>
              <a:srgbClr val="9D90A0">
                <a:lumMod val="20000"/>
                <a:lumOff val="8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55" name="吹き出し: 四角形 54">
              <a:extLst>
                <a:ext uri="{FF2B5EF4-FFF2-40B4-BE49-F238E27FC236}">
                  <a16:creationId xmlns:a16="http://schemas.microsoft.com/office/drawing/2014/main" id="{B0837036-3330-BA28-8F4B-5955D8710EC1}"/>
                </a:ext>
              </a:extLst>
            </p:cNvPr>
            <p:cNvSpPr/>
            <p:nvPr/>
          </p:nvSpPr>
          <p:spPr>
            <a:xfrm>
              <a:off x="8774293" y="2084221"/>
              <a:ext cx="1384700" cy="425334"/>
            </a:xfrm>
            <a:prstGeom prst="wedgeRectCallout">
              <a:avLst>
                <a:gd name="adj1" fmla="val 70617"/>
                <a:gd name="adj2" fmla="val 182658"/>
              </a:avLst>
            </a:prstGeom>
            <a:solidFill>
              <a:srgbClr val="E0EBF6"/>
            </a:solidFill>
            <a:ln w="127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セマフォ獲得</a:t>
              </a:r>
              <a:endPara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56" name="吹き出し: 四角形 55">
              <a:extLst>
                <a:ext uri="{FF2B5EF4-FFF2-40B4-BE49-F238E27FC236}">
                  <a16:creationId xmlns:a16="http://schemas.microsoft.com/office/drawing/2014/main" id="{C98F1396-0392-E982-1A9A-E354D162389D}"/>
                </a:ext>
              </a:extLst>
            </p:cNvPr>
            <p:cNvSpPr/>
            <p:nvPr/>
          </p:nvSpPr>
          <p:spPr>
            <a:xfrm>
              <a:off x="12008701" y="2513211"/>
              <a:ext cx="1289306" cy="371262"/>
            </a:xfrm>
            <a:prstGeom prst="wedgeRectCallout">
              <a:avLst>
                <a:gd name="adj1" fmla="val -105624"/>
                <a:gd name="adj2" fmla="val 361850"/>
              </a:avLst>
            </a:prstGeom>
            <a:solidFill>
              <a:srgbClr val="E0EBF6"/>
            </a:solidFill>
            <a:ln w="127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セマフォ返却</a:t>
              </a:r>
              <a:endPara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09CDEFB5-31F3-5F20-74EA-842AFD60FAF7}"/>
                </a:ext>
              </a:extLst>
            </p:cNvPr>
            <p:cNvSpPr txBox="1"/>
            <p:nvPr/>
          </p:nvSpPr>
          <p:spPr>
            <a:xfrm>
              <a:off x="8158534" y="3959250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PRC0</a:t>
              </a:r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45201B86-B104-3274-C577-16067EC74250}"/>
                </a:ext>
              </a:extLst>
            </p:cNvPr>
            <p:cNvSpPr txBox="1"/>
            <p:nvPr/>
          </p:nvSpPr>
          <p:spPr>
            <a:xfrm>
              <a:off x="8158534" y="3245229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PRC1</a:t>
              </a:r>
            </a:p>
          </p:txBody>
        </p:sp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D2B26681-9DD0-C739-61CC-E8790D24875E}"/>
                </a:ext>
              </a:extLst>
            </p:cNvPr>
            <p:cNvSpPr txBox="1"/>
            <p:nvPr/>
          </p:nvSpPr>
          <p:spPr>
            <a:xfrm>
              <a:off x="9070802" y="4481632"/>
              <a:ext cx="416975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defRPr/>
              </a:pPr>
              <a:r>
                <a:rPr kumimoji="0" lang="en-US" altLang="ja-JP" dirty="0" err="1">
                  <a:solidFill>
                    <a:prstClr val="black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MultiSemaphoreGiveDispatch</a:t>
              </a:r>
              <a:endParaRPr kumimoji="0" lang="ja-JP" altLang="en-US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B9A32E6F-3B03-CBBB-90BE-37897C28C72D}"/>
                </a:ext>
              </a:extLst>
            </p:cNvPr>
            <p:cNvCxnSpPr>
              <a:cxnSpLocks/>
            </p:cNvCxnSpPr>
            <p:nvPr/>
          </p:nvCxnSpPr>
          <p:spPr>
            <a:xfrm>
              <a:off x="8215591" y="2845827"/>
              <a:ext cx="1797497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  <p:cxnSp>
          <p:nvCxnSpPr>
            <p:cNvPr id="61" name="直線コネクタ 60">
              <a:extLst>
                <a:ext uri="{FF2B5EF4-FFF2-40B4-BE49-F238E27FC236}">
                  <a16:creationId xmlns:a16="http://schemas.microsoft.com/office/drawing/2014/main" id="{71F155C7-00B8-CBA0-61FB-A559575ED116}"/>
                </a:ext>
              </a:extLst>
            </p:cNvPr>
            <p:cNvCxnSpPr>
              <a:cxnSpLocks/>
            </p:cNvCxnSpPr>
            <p:nvPr/>
          </p:nvCxnSpPr>
          <p:spPr>
            <a:xfrm>
              <a:off x="8246773" y="3866341"/>
              <a:ext cx="1795413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1F57CA24-C310-52AC-632B-1F8CF9C72F88}"/>
              </a:ext>
            </a:extLst>
          </p:cNvPr>
          <p:cNvGrpSpPr/>
          <p:nvPr/>
        </p:nvGrpSpPr>
        <p:grpSpPr>
          <a:xfrm>
            <a:off x="757047" y="3565823"/>
            <a:ext cx="5243988" cy="2348724"/>
            <a:chOff x="1099720" y="2543125"/>
            <a:chExt cx="5243988" cy="2348724"/>
          </a:xfrm>
        </p:grpSpPr>
        <p:cxnSp>
          <p:nvCxnSpPr>
            <p:cNvPr id="63" name="直線矢印コネクタ 62">
              <a:extLst>
                <a:ext uri="{FF2B5EF4-FFF2-40B4-BE49-F238E27FC236}">
                  <a16:creationId xmlns:a16="http://schemas.microsoft.com/office/drawing/2014/main" id="{B3343FB2-393A-1E31-88A2-11119628F859}"/>
                </a:ext>
              </a:extLst>
            </p:cNvPr>
            <p:cNvCxnSpPr>
              <a:cxnSpLocks/>
            </p:cNvCxnSpPr>
            <p:nvPr/>
          </p:nvCxnSpPr>
          <p:spPr>
            <a:xfrm>
              <a:off x="2865438" y="4431532"/>
              <a:ext cx="2797753" cy="0"/>
            </a:xfrm>
            <a:prstGeom prst="straightConnector1">
              <a:avLst/>
            </a:prstGeom>
            <a:noFill/>
            <a:ln w="2540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64" name="正方形/長方形 63">
              <a:extLst>
                <a:ext uri="{FF2B5EF4-FFF2-40B4-BE49-F238E27FC236}">
                  <a16:creationId xmlns:a16="http://schemas.microsoft.com/office/drawing/2014/main" id="{22DFB215-9E26-C643-7B2A-44DC9CB9AC07}"/>
                </a:ext>
              </a:extLst>
            </p:cNvPr>
            <p:cNvSpPr/>
            <p:nvPr/>
          </p:nvSpPr>
          <p:spPr>
            <a:xfrm>
              <a:off x="2840842" y="3488625"/>
              <a:ext cx="914400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65" name="テキスト ボックス 64">
              <a:extLst>
                <a:ext uri="{FF2B5EF4-FFF2-40B4-BE49-F238E27FC236}">
                  <a16:creationId xmlns:a16="http://schemas.microsoft.com/office/drawing/2014/main" id="{3D08E5AB-6879-F097-ECA6-140BA6F89052}"/>
                </a:ext>
              </a:extLst>
            </p:cNvPr>
            <p:cNvSpPr txBox="1"/>
            <p:nvPr/>
          </p:nvSpPr>
          <p:spPr>
            <a:xfrm>
              <a:off x="1886504" y="3432650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タスク</a:t>
              </a:r>
            </a:p>
          </p:txBody>
        </p:sp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56B6B882-6CD2-72FD-2226-3342F9200612}"/>
                </a:ext>
              </a:extLst>
            </p:cNvPr>
            <p:cNvSpPr txBox="1"/>
            <p:nvPr/>
          </p:nvSpPr>
          <p:spPr>
            <a:xfrm>
              <a:off x="1886504" y="403862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タスク</a:t>
              </a:r>
            </a:p>
          </p:txBody>
        </p:sp>
        <p:sp>
          <p:nvSpPr>
            <p:cNvPr id="67" name="テキスト ボックス 66">
              <a:extLst>
                <a:ext uri="{FF2B5EF4-FFF2-40B4-BE49-F238E27FC236}">
                  <a16:creationId xmlns:a16="http://schemas.microsoft.com/office/drawing/2014/main" id="{DD52B353-1D20-FEEA-1319-591F00618764}"/>
                </a:ext>
              </a:extLst>
            </p:cNvPr>
            <p:cNvSpPr txBox="1"/>
            <p:nvPr/>
          </p:nvSpPr>
          <p:spPr>
            <a:xfrm>
              <a:off x="1913237" y="2914282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OS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メイリオ"/>
              </a:endParaRPr>
            </a:p>
          </p:txBody>
        </p:sp>
        <p:sp>
          <p:nvSpPr>
            <p:cNvPr id="68" name="テキスト ボックス 67">
              <a:extLst>
                <a:ext uri="{FF2B5EF4-FFF2-40B4-BE49-F238E27FC236}">
                  <a16:creationId xmlns:a16="http://schemas.microsoft.com/office/drawing/2014/main" id="{77C10199-E47B-CE4B-BA61-07ABBEAA8F02}"/>
                </a:ext>
              </a:extLst>
            </p:cNvPr>
            <p:cNvSpPr txBox="1"/>
            <p:nvPr/>
          </p:nvSpPr>
          <p:spPr>
            <a:xfrm>
              <a:off x="5697377" y="4269788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時間</a:t>
              </a:r>
            </a:p>
          </p:txBody>
        </p: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36435A8E-2597-8AE9-8119-C53E34ABD8C3}"/>
                </a:ext>
              </a:extLst>
            </p:cNvPr>
            <p:cNvCxnSpPr>
              <a:cxnSpLocks/>
            </p:cNvCxnSpPr>
            <p:nvPr/>
          </p:nvCxnSpPr>
          <p:spPr>
            <a:xfrm>
              <a:off x="2859995" y="3785157"/>
              <a:ext cx="217805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6E5D0B13-F824-08A1-0432-240C42761296}"/>
                </a:ext>
              </a:extLst>
            </p:cNvPr>
            <p:cNvSpPr/>
            <p:nvPr/>
          </p:nvSpPr>
          <p:spPr>
            <a:xfrm>
              <a:off x="3755242" y="3606888"/>
              <a:ext cx="914400" cy="177524"/>
            </a:xfrm>
            <a:prstGeom prst="rect">
              <a:avLst/>
            </a:prstGeom>
            <a:solidFill>
              <a:srgbClr val="9D90A0">
                <a:lumMod val="20000"/>
                <a:lumOff val="8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55136C83-1C8E-9DEC-1E68-ACBF3BA2E419}"/>
                </a:ext>
              </a:extLst>
            </p:cNvPr>
            <p:cNvSpPr/>
            <p:nvPr/>
          </p:nvSpPr>
          <p:spPr>
            <a:xfrm>
              <a:off x="4669642" y="3483671"/>
              <a:ext cx="383981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BBEBECE3-FC12-DB56-AB7A-0469506FD5C1}"/>
                </a:ext>
              </a:extLst>
            </p:cNvPr>
            <p:cNvCxnSpPr>
              <a:cxnSpLocks/>
            </p:cNvCxnSpPr>
            <p:nvPr/>
          </p:nvCxnSpPr>
          <p:spPr>
            <a:xfrm>
              <a:off x="2840945" y="4356267"/>
              <a:ext cx="221615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73" name="直線矢印コネクタ 72">
              <a:extLst>
                <a:ext uri="{FF2B5EF4-FFF2-40B4-BE49-F238E27FC236}">
                  <a16:creationId xmlns:a16="http://schemas.microsoft.com/office/drawing/2014/main" id="{FEB2928D-15CD-22CD-F798-92D42BA5E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5713" y="3274777"/>
              <a:ext cx="0" cy="215694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CF35ECEA-C955-842D-6EBC-D74D4BA6B0D5}"/>
                </a:ext>
              </a:extLst>
            </p:cNvPr>
            <p:cNvSpPr/>
            <p:nvPr/>
          </p:nvSpPr>
          <p:spPr>
            <a:xfrm>
              <a:off x="3307947" y="2982165"/>
              <a:ext cx="447294" cy="295787"/>
            </a:xfrm>
            <a:prstGeom prst="rect">
              <a:avLst/>
            </a:prstGeom>
            <a:solidFill>
              <a:srgbClr val="297FD5">
                <a:lumMod val="40000"/>
                <a:lumOff val="6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4A7A40A1-45BB-4BD4-289F-8B6EEDAD8124}"/>
                </a:ext>
              </a:extLst>
            </p:cNvPr>
            <p:cNvSpPr/>
            <p:nvPr/>
          </p:nvSpPr>
          <p:spPr>
            <a:xfrm>
              <a:off x="4139223" y="2978990"/>
              <a:ext cx="528711" cy="295787"/>
            </a:xfrm>
            <a:prstGeom prst="rect">
              <a:avLst/>
            </a:prstGeom>
            <a:solidFill>
              <a:srgbClr val="297FD5">
                <a:lumMod val="40000"/>
                <a:lumOff val="6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76" name="直線矢印コネクタ 75">
              <a:extLst>
                <a:ext uri="{FF2B5EF4-FFF2-40B4-BE49-F238E27FC236}">
                  <a16:creationId xmlns:a16="http://schemas.microsoft.com/office/drawing/2014/main" id="{00923A08-66B7-3FDB-B28D-85427D3CE0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39223" y="3274777"/>
              <a:ext cx="0" cy="785798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77" name="直線矢印コネクタ 76">
              <a:extLst>
                <a:ext uri="{FF2B5EF4-FFF2-40B4-BE49-F238E27FC236}">
                  <a16:creationId xmlns:a16="http://schemas.microsoft.com/office/drawing/2014/main" id="{524EA339-64EE-988F-07DC-6D6E71A31DD6}"/>
                </a:ext>
              </a:extLst>
            </p:cNvPr>
            <p:cNvCxnSpPr>
              <a:cxnSpLocks/>
            </p:cNvCxnSpPr>
            <p:nvPr/>
          </p:nvCxnSpPr>
          <p:spPr>
            <a:xfrm>
              <a:off x="3755241" y="3266063"/>
              <a:ext cx="0" cy="794512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78" name="直線矢印コネクタ 77">
              <a:extLst>
                <a:ext uri="{FF2B5EF4-FFF2-40B4-BE49-F238E27FC236}">
                  <a16:creationId xmlns:a16="http://schemas.microsoft.com/office/drawing/2014/main" id="{406229BE-1F61-0373-4927-E52D50F5DFD8}"/>
                </a:ext>
              </a:extLst>
            </p:cNvPr>
            <p:cNvCxnSpPr>
              <a:cxnSpLocks/>
            </p:cNvCxnSpPr>
            <p:nvPr/>
          </p:nvCxnSpPr>
          <p:spPr>
            <a:xfrm>
              <a:off x="4675271" y="3274777"/>
              <a:ext cx="0" cy="213152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79" name="直線コネクタ 78">
              <a:extLst>
                <a:ext uri="{FF2B5EF4-FFF2-40B4-BE49-F238E27FC236}">
                  <a16:creationId xmlns:a16="http://schemas.microsoft.com/office/drawing/2014/main" id="{7450C122-2395-B886-4DCA-1EA82776ED0D}"/>
                </a:ext>
              </a:extLst>
            </p:cNvPr>
            <p:cNvCxnSpPr>
              <a:cxnSpLocks/>
            </p:cNvCxnSpPr>
            <p:nvPr/>
          </p:nvCxnSpPr>
          <p:spPr>
            <a:xfrm>
              <a:off x="2853645" y="3272235"/>
              <a:ext cx="217170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7C78A966-AD3C-75D6-A7D3-F0D6D6843B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39223" y="2897174"/>
              <a:ext cx="536048" cy="0"/>
            </a:xfrm>
            <a:prstGeom prst="straightConnector1">
              <a:avLst/>
            </a:prstGeom>
            <a:noFill/>
            <a:ln w="19050" cap="flat" cmpd="sng" algn="in">
              <a:solidFill>
                <a:srgbClr val="FF0000"/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41F8AB52-1B11-2913-7197-3A119E618285}"/>
                </a:ext>
              </a:extLst>
            </p:cNvPr>
            <p:cNvSpPr/>
            <p:nvPr/>
          </p:nvSpPr>
          <p:spPr>
            <a:xfrm>
              <a:off x="2849322" y="4053975"/>
              <a:ext cx="2204300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82" name="テキスト ボックス 81">
              <a:extLst>
                <a:ext uri="{FF2B5EF4-FFF2-40B4-BE49-F238E27FC236}">
                  <a16:creationId xmlns:a16="http://schemas.microsoft.com/office/drawing/2014/main" id="{7DDCC28E-A14D-A36D-EBF9-309F67870420}"/>
                </a:ext>
              </a:extLst>
            </p:cNvPr>
            <p:cNvSpPr txBox="1"/>
            <p:nvPr/>
          </p:nvSpPr>
          <p:spPr>
            <a:xfrm>
              <a:off x="2527439" y="4522517"/>
              <a:ext cx="322345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MultiTaskNotifyGive</a:t>
              </a: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83" name="吹き出し: 四角形 82">
              <a:extLst>
                <a:ext uri="{FF2B5EF4-FFF2-40B4-BE49-F238E27FC236}">
                  <a16:creationId xmlns:a16="http://schemas.microsoft.com/office/drawing/2014/main" id="{72DA35EB-68A8-3EE5-7F49-09123E338965}"/>
                </a:ext>
              </a:extLst>
            </p:cNvPr>
            <p:cNvSpPr/>
            <p:nvPr/>
          </p:nvSpPr>
          <p:spPr>
            <a:xfrm>
              <a:off x="2056484" y="2543125"/>
              <a:ext cx="1030260" cy="413038"/>
            </a:xfrm>
            <a:prstGeom prst="wedgeRectCallout">
              <a:avLst>
                <a:gd name="adj1" fmla="val 68852"/>
                <a:gd name="adj2" fmla="val 175697"/>
              </a:avLst>
            </a:prstGeom>
            <a:solidFill>
              <a:srgbClr val="E0EBF6"/>
            </a:solidFill>
            <a:ln w="127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起床待ち</a:t>
              </a:r>
              <a:endPara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84" name="吹き出し: 四角形 83">
              <a:extLst>
                <a:ext uri="{FF2B5EF4-FFF2-40B4-BE49-F238E27FC236}">
                  <a16:creationId xmlns:a16="http://schemas.microsoft.com/office/drawing/2014/main" id="{B43F4203-53B8-072E-4FBC-F810111EE575}"/>
                </a:ext>
              </a:extLst>
            </p:cNvPr>
            <p:cNvSpPr/>
            <p:nvPr/>
          </p:nvSpPr>
          <p:spPr>
            <a:xfrm>
              <a:off x="4817759" y="2766269"/>
              <a:ext cx="646331" cy="403598"/>
            </a:xfrm>
            <a:prstGeom prst="wedgeRectCallout">
              <a:avLst>
                <a:gd name="adj1" fmla="val -154760"/>
                <a:gd name="adj2" fmla="val 266945"/>
              </a:avLst>
            </a:prstGeom>
            <a:solidFill>
              <a:srgbClr val="E0EBF6"/>
            </a:solidFill>
            <a:ln w="127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起床</a:t>
              </a:r>
              <a:endPara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1A91249B-DF53-42B6-BDA8-7C6A18F9875D}"/>
                </a:ext>
              </a:extLst>
            </p:cNvPr>
            <p:cNvSpPr txBox="1"/>
            <p:nvPr/>
          </p:nvSpPr>
          <p:spPr>
            <a:xfrm>
              <a:off x="1229345" y="3416158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PRC1</a:t>
              </a:r>
            </a:p>
          </p:txBody>
        </p:sp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9B0AC593-CA2A-8C76-4E86-3C9F4D82A76B}"/>
                </a:ext>
              </a:extLst>
            </p:cNvPr>
            <p:cNvSpPr txBox="1"/>
            <p:nvPr/>
          </p:nvSpPr>
          <p:spPr>
            <a:xfrm>
              <a:off x="1225302" y="3997803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PRC0</a:t>
              </a:r>
            </a:p>
          </p:txBody>
        </p: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CE3E512B-8F0A-9B8D-9B7D-B9AA509165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9720" y="3811920"/>
              <a:ext cx="1794520" cy="861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FE7C7900-AA9E-CB2B-C210-338BCC55C28D}"/>
                </a:ext>
              </a:extLst>
            </p:cNvPr>
            <p:cNvCxnSpPr>
              <a:cxnSpLocks/>
            </p:cNvCxnSpPr>
            <p:nvPr/>
          </p:nvCxnSpPr>
          <p:spPr>
            <a:xfrm>
              <a:off x="1099720" y="3274368"/>
              <a:ext cx="1770045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</p:grp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429ACE4B-44DA-C753-AF7A-1C79091160CA}"/>
              </a:ext>
            </a:extLst>
          </p:cNvPr>
          <p:cNvGrpSpPr/>
          <p:nvPr/>
        </p:nvGrpSpPr>
        <p:grpSpPr>
          <a:xfrm>
            <a:off x="6327897" y="3429000"/>
            <a:ext cx="5255224" cy="2682473"/>
            <a:chOff x="8257295" y="2248501"/>
            <a:chExt cx="5255224" cy="2682473"/>
          </a:xfrm>
        </p:grpSpPr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F9C5F261-5742-7D9A-0A84-84B1E30C021E}"/>
                </a:ext>
              </a:extLst>
            </p:cNvPr>
            <p:cNvSpPr/>
            <p:nvPr/>
          </p:nvSpPr>
          <p:spPr>
            <a:xfrm>
              <a:off x="10013621" y="3559390"/>
              <a:ext cx="891345" cy="307791"/>
            </a:xfrm>
            <a:prstGeom prst="rect">
              <a:avLst/>
            </a:prstGeom>
            <a:solidFill>
              <a:srgbClr val="9D90A0">
                <a:lumMod val="20000"/>
                <a:lumOff val="8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91" name="直線矢印コネクタ 90">
              <a:extLst>
                <a:ext uri="{FF2B5EF4-FFF2-40B4-BE49-F238E27FC236}">
                  <a16:creationId xmlns:a16="http://schemas.microsoft.com/office/drawing/2014/main" id="{74A2270C-B6A0-42E8-8FEA-7B26BE2CB8D0}"/>
                </a:ext>
              </a:extLst>
            </p:cNvPr>
            <p:cNvCxnSpPr>
              <a:cxnSpLocks/>
            </p:cNvCxnSpPr>
            <p:nvPr/>
          </p:nvCxnSpPr>
          <p:spPr>
            <a:xfrm>
              <a:off x="10038027" y="4466540"/>
              <a:ext cx="2868010" cy="0"/>
            </a:xfrm>
            <a:prstGeom prst="straightConnector1">
              <a:avLst/>
            </a:prstGeom>
            <a:noFill/>
            <a:ln w="2540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826A49D3-F004-AB7B-4CA6-A3ACD9637BBF}"/>
                </a:ext>
              </a:extLst>
            </p:cNvPr>
            <p:cNvSpPr/>
            <p:nvPr/>
          </p:nvSpPr>
          <p:spPr>
            <a:xfrm>
              <a:off x="10040595" y="3097862"/>
              <a:ext cx="861330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93" name="テキスト ボックス 92">
              <a:extLst>
                <a:ext uri="{FF2B5EF4-FFF2-40B4-BE49-F238E27FC236}">
                  <a16:creationId xmlns:a16="http://schemas.microsoft.com/office/drawing/2014/main" id="{A3B4C346-6F72-984B-D1CF-AFA14417C356}"/>
                </a:ext>
              </a:extLst>
            </p:cNvPr>
            <p:cNvSpPr txBox="1"/>
            <p:nvPr/>
          </p:nvSpPr>
          <p:spPr>
            <a:xfrm>
              <a:off x="8840895" y="2989912"/>
              <a:ext cx="1261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タスク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(</a:t>
              </a: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高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)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メイリオ"/>
              </a:endParaRPr>
            </a:p>
          </p:txBody>
        </p:sp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39A27C98-6C1C-3D47-1A7E-798993282E7E}"/>
                </a:ext>
              </a:extLst>
            </p:cNvPr>
            <p:cNvSpPr txBox="1"/>
            <p:nvPr/>
          </p:nvSpPr>
          <p:spPr>
            <a:xfrm>
              <a:off x="8940940" y="393283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タスク</a:t>
              </a:r>
            </a:p>
          </p:txBody>
        </p:sp>
        <p:sp>
          <p:nvSpPr>
            <p:cNvPr id="95" name="テキスト ボックス 94">
              <a:extLst>
                <a:ext uri="{FF2B5EF4-FFF2-40B4-BE49-F238E27FC236}">
                  <a16:creationId xmlns:a16="http://schemas.microsoft.com/office/drawing/2014/main" id="{B5227114-2AA3-F6AE-2214-4CD7C714107D}"/>
                </a:ext>
              </a:extLst>
            </p:cNvPr>
            <p:cNvSpPr txBox="1"/>
            <p:nvPr/>
          </p:nvSpPr>
          <p:spPr>
            <a:xfrm>
              <a:off x="8892083" y="2533301"/>
              <a:ext cx="5180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OS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メイリオ"/>
              </a:endParaRPr>
            </a:p>
          </p:txBody>
        </p:sp>
        <p:sp>
          <p:nvSpPr>
            <p:cNvPr id="96" name="テキスト ボックス 95">
              <a:extLst>
                <a:ext uri="{FF2B5EF4-FFF2-40B4-BE49-F238E27FC236}">
                  <a16:creationId xmlns:a16="http://schemas.microsoft.com/office/drawing/2014/main" id="{EF2202F4-FA2B-9171-A9B2-DB8E34F882FE}"/>
                </a:ext>
              </a:extLst>
            </p:cNvPr>
            <p:cNvSpPr txBox="1"/>
            <p:nvPr/>
          </p:nvSpPr>
          <p:spPr>
            <a:xfrm>
              <a:off x="12866188" y="423719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時間</a:t>
              </a:r>
            </a:p>
          </p:txBody>
        </p: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C6B01198-CA49-0662-B077-2E2E936D226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1144" y="3401731"/>
              <a:ext cx="276225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98" name="正方形/長方形 97">
              <a:extLst>
                <a:ext uri="{FF2B5EF4-FFF2-40B4-BE49-F238E27FC236}">
                  <a16:creationId xmlns:a16="http://schemas.microsoft.com/office/drawing/2014/main" id="{C7C8124A-41DA-CF05-8FCE-56A41295861C}"/>
                </a:ext>
              </a:extLst>
            </p:cNvPr>
            <p:cNvSpPr/>
            <p:nvPr/>
          </p:nvSpPr>
          <p:spPr>
            <a:xfrm>
              <a:off x="10899547" y="3216125"/>
              <a:ext cx="942970" cy="177524"/>
            </a:xfrm>
            <a:prstGeom prst="rect">
              <a:avLst/>
            </a:prstGeom>
            <a:solidFill>
              <a:srgbClr val="9D90A0">
                <a:lumMod val="20000"/>
                <a:lumOff val="8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8EDD5354-C909-E7D3-2617-4907A10E0278}"/>
                </a:ext>
              </a:extLst>
            </p:cNvPr>
            <p:cNvSpPr/>
            <p:nvPr/>
          </p:nvSpPr>
          <p:spPr>
            <a:xfrm>
              <a:off x="11829820" y="3092908"/>
              <a:ext cx="953975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6ADCA457-BAA6-EFEB-9BA9-7ADD4A2D75F7}"/>
                </a:ext>
              </a:extLst>
            </p:cNvPr>
            <p:cNvCxnSpPr>
              <a:cxnSpLocks/>
            </p:cNvCxnSpPr>
            <p:nvPr/>
          </p:nvCxnSpPr>
          <p:spPr>
            <a:xfrm>
              <a:off x="10021144" y="4354267"/>
              <a:ext cx="273050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3324BC92-E2B4-4AD5-7912-CCBBF6B4FF52}"/>
                </a:ext>
              </a:extLst>
            </p:cNvPr>
            <p:cNvSpPr/>
            <p:nvPr/>
          </p:nvSpPr>
          <p:spPr>
            <a:xfrm>
              <a:off x="10471026" y="2534968"/>
              <a:ext cx="447294" cy="295787"/>
            </a:xfrm>
            <a:prstGeom prst="rect">
              <a:avLst/>
            </a:prstGeom>
            <a:solidFill>
              <a:srgbClr val="297FD5">
                <a:lumMod val="40000"/>
                <a:lumOff val="6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7E18618E-97FB-66A0-B377-C7573A98A14A}"/>
                </a:ext>
              </a:extLst>
            </p:cNvPr>
            <p:cNvSpPr/>
            <p:nvPr/>
          </p:nvSpPr>
          <p:spPr>
            <a:xfrm>
              <a:off x="11302302" y="2531793"/>
              <a:ext cx="549739" cy="295787"/>
            </a:xfrm>
            <a:prstGeom prst="rect">
              <a:avLst/>
            </a:prstGeom>
            <a:solidFill>
              <a:srgbClr val="297FD5">
                <a:lumMod val="40000"/>
                <a:lumOff val="6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103" name="直線矢印コネクタ 102">
              <a:extLst>
                <a:ext uri="{FF2B5EF4-FFF2-40B4-BE49-F238E27FC236}">
                  <a16:creationId xmlns:a16="http://schemas.microsoft.com/office/drawing/2014/main" id="{02F8D6CD-5E07-A20E-8B09-4D5E70615796}"/>
                </a:ext>
              </a:extLst>
            </p:cNvPr>
            <p:cNvCxnSpPr>
              <a:cxnSpLocks/>
            </p:cNvCxnSpPr>
            <p:nvPr/>
          </p:nvCxnSpPr>
          <p:spPr>
            <a:xfrm>
              <a:off x="10904966" y="2827325"/>
              <a:ext cx="0" cy="744070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04" name="直線矢印コネクタ 103">
              <a:extLst>
                <a:ext uri="{FF2B5EF4-FFF2-40B4-BE49-F238E27FC236}">
                  <a16:creationId xmlns:a16="http://schemas.microsoft.com/office/drawing/2014/main" id="{C35ADC73-055A-E6A7-DAE6-88D9E505FE7F}"/>
                </a:ext>
              </a:extLst>
            </p:cNvPr>
            <p:cNvCxnSpPr>
              <a:cxnSpLocks/>
            </p:cNvCxnSpPr>
            <p:nvPr/>
          </p:nvCxnSpPr>
          <p:spPr>
            <a:xfrm>
              <a:off x="11844255" y="2832087"/>
              <a:ext cx="0" cy="281812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DEB983A3-C5E6-0D8C-57F2-73D4B6F8E557}"/>
                </a:ext>
              </a:extLst>
            </p:cNvPr>
            <p:cNvCxnSpPr>
              <a:cxnSpLocks/>
            </p:cNvCxnSpPr>
            <p:nvPr/>
          </p:nvCxnSpPr>
          <p:spPr>
            <a:xfrm>
              <a:off x="10008444" y="2825038"/>
              <a:ext cx="271145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cxnSp>
          <p:nvCxnSpPr>
            <p:cNvPr id="106" name="直線矢印コネクタ 105">
              <a:extLst>
                <a:ext uri="{FF2B5EF4-FFF2-40B4-BE49-F238E27FC236}">
                  <a16:creationId xmlns:a16="http://schemas.microsoft.com/office/drawing/2014/main" id="{DDB64F92-7A62-B40D-6E88-0D5C2246B8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02302" y="2455715"/>
              <a:ext cx="536048" cy="0"/>
            </a:xfrm>
            <a:prstGeom prst="straightConnector1">
              <a:avLst/>
            </a:prstGeom>
            <a:noFill/>
            <a:ln w="19050" cap="flat" cmpd="sng" algn="in">
              <a:solidFill>
                <a:srgbClr val="FF0000"/>
              </a:solidFill>
              <a:prstDash val="solid"/>
              <a:headEnd type="triangle"/>
              <a:tailEnd type="triangle"/>
            </a:ln>
            <a:effectLst/>
          </p:spPr>
        </p:cxn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28291013-7A7A-C9E4-C65B-74A900D0736E}"/>
                </a:ext>
              </a:extLst>
            </p:cNvPr>
            <p:cNvSpPr/>
            <p:nvPr/>
          </p:nvSpPr>
          <p:spPr>
            <a:xfrm>
              <a:off x="10026243" y="4060186"/>
              <a:ext cx="2728814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108" name="直線矢印コネクタ 107">
              <a:extLst>
                <a:ext uri="{FF2B5EF4-FFF2-40B4-BE49-F238E27FC236}">
                  <a16:creationId xmlns:a16="http://schemas.microsoft.com/office/drawing/2014/main" id="{721AE65D-F0DB-E0F7-41E1-9949068E6D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80665" y="2833054"/>
              <a:ext cx="4609" cy="261633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109" name="テキスト ボックス 108">
              <a:extLst>
                <a:ext uri="{FF2B5EF4-FFF2-40B4-BE49-F238E27FC236}">
                  <a16:creationId xmlns:a16="http://schemas.microsoft.com/office/drawing/2014/main" id="{0A8C9B12-E6BF-2492-A583-9C7E934B6FF9}"/>
                </a:ext>
              </a:extLst>
            </p:cNvPr>
            <p:cNvSpPr txBox="1"/>
            <p:nvPr/>
          </p:nvSpPr>
          <p:spPr>
            <a:xfrm>
              <a:off x="8825145" y="3466084"/>
              <a:ext cx="1261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タスク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(</a:t>
              </a:r>
              <a:r>
                <a:rPr kumimoji="0" lang="ja-JP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低</a:t>
              </a: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)</a:t>
              </a: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メイリオ"/>
              </a:endParaRPr>
            </a:p>
          </p:txBody>
        </p: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F16804BB-9B9B-937F-B5E3-A5B96949F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033844" y="3858447"/>
              <a:ext cx="2711450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</a:ln>
            <a:effectLst/>
          </p:spPr>
        </p:cxnSp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031B788C-F8DF-AA11-6D5F-AA23A7BB8B57}"/>
                </a:ext>
              </a:extLst>
            </p:cNvPr>
            <p:cNvSpPr/>
            <p:nvPr/>
          </p:nvSpPr>
          <p:spPr>
            <a:xfrm>
              <a:off x="10908736" y="3560137"/>
              <a:ext cx="929614" cy="295787"/>
            </a:xfrm>
            <a:prstGeom prst="rect">
              <a:avLst/>
            </a:prstGeom>
            <a:solidFill>
              <a:srgbClr val="9DE838"/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cxnSp>
          <p:nvCxnSpPr>
            <p:cNvPr id="112" name="直線矢印コネクタ 111">
              <a:extLst>
                <a:ext uri="{FF2B5EF4-FFF2-40B4-BE49-F238E27FC236}">
                  <a16:creationId xmlns:a16="http://schemas.microsoft.com/office/drawing/2014/main" id="{97C4AEE5-D082-31AF-083E-9624ADE1526E}"/>
                </a:ext>
              </a:extLst>
            </p:cNvPr>
            <p:cNvCxnSpPr>
              <a:cxnSpLocks/>
            </p:cNvCxnSpPr>
            <p:nvPr/>
          </p:nvCxnSpPr>
          <p:spPr>
            <a:xfrm>
              <a:off x="10919686" y="2828912"/>
              <a:ext cx="0" cy="1246188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cxnSp>
          <p:nvCxnSpPr>
            <p:cNvPr id="113" name="直線矢印コネクタ 112">
              <a:extLst>
                <a:ext uri="{FF2B5EF4-FFF2-40B4-BE49-F238E27FC236}">
                  <a16:creationId xmlns:a16="http://schemas.microsoft.com/office/drawing/2014/main" id="{AA2E5EFD-A772-B574-F76C-5710D98E24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89" y="2828912"/>
              <a:ext cx="0" cy="1236663"/>
            </a:xfrm>
            <a:prstGeom prst="straightConnector1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olid"/>
              <a:tailEnd type="triangle"/>
            </a:ln>
            <a:effectLst/>
          </p:spPr>
        </p:cxn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C33B44A6-EE8D-D754-A3CD-FF111CB09323}"/>
                </a:ext>
              </a:extLst>
            </p:cNvPr>
            <p:cNvSpPr/>
            <p:nvPr/>
          </p:nvSpPr>
          <p:spPr>
            <a:xfrm>
              <a:off x="11831013" y="3558550"/>
              <a:ext cx="916105" cy="307791"/>
            </a:xfrm>
            <a:prstGeom prst="rect">
              <a:avLst/>
            </a:prstGeom>
            <a:solidFill>
              <a:srgbClr val="9D90A0">
                <a:lumMod val="20000"/>
                <a:lumOff val="80000"/>
              </a:srgbClr>
            </a:solidFill>
            <a:ln w="254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ja-JP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メイリオ"/>
                <a:cs typeface="+mn-cs"/>
              </a:endParaRPr>
            </a:p>
          </p:txBody>
        </p:sp>
        <p:sp>
          <p:nvSpPr>
            <p:cNvPr id="115" name="吹き出し: 四角形 114">
              <a:extLst>
                <a:ext uri="{FF2B5EF4-FFF2-40B4-BE49-F238E27FC236}">
                  <a16:creationId xmlns:a16="http://schemas.microsoft.com/office/drawing/2014/main" id="{BB791CBF-96FF-5F7E-74E6-5E43E9EB059A}"/>
                </a:ext>
              </a:extLst>
            </p:cNvPr>
            <p:cNvSpPr/>
            <p:nvPr/>
          </p:nvSpPr>
          <p:spPr>
            <a:xfrm>
              <a:off x="9476304" y="2248501"/>
              <a:ext cx="928835" cy="425334"/>
            </a:xfrm>
            <a:prstGeom prst="wedgeRectCallout">
              <a:avLst>
                <a:gd name="adj1" fmla="val 56808"/>
                <a:gd name="adj2" fmla="val 129465"/>
              </a:avLst>
            </a:prstGeom>
            <a:solidFill>
              <a:srgbClr val="E0EBF6"/>
            </a:solidFill>
            <a:ln w="127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起床待ち</a:t>
              </a:r>
              <a:endPara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116" name="吹き出し: 四角形 115">
              <a:extLst>
                <a:ext uri="{FF2B5EF4-FFF2-40B4-BE49-F238E27FC236}">
                  <a16:creationId xmlns:a16="http://schemas.microsoft.com/office/drawing/2014/main" id="{41CF7F52-A617-44ED-7E6B-D0C1A7E45B90}"/>
                </a:ext>
              </a:extLst>
            </p:cNvPr>
            <p:cNvSpPr/>
            <p:nvPr/>
          </p:nvSpPr>
          <p:spPr>
            <a:xfrm>
              <a:off x="12015051" y="2475111"/>
              <a:ext cx="646331" cy="371262"/>
            </a:xfrm>
            <a:prstGeom prst="wedgeRectCallout">
              <a:avLst>
                <a:gd name="adj1" fmla="val -157966"/>
                <a:gd name="adj2" fmla="val 380133"/>
              </a:avLst>
            </a:prstGeom>
            <a:solidFill>
              <a:srgbClr val="E0EBF6"/>
            </a:solidFill>
            <a:ln w="12700" cap="flat" cmpd="sng" algn="in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起床</a:t>
              </a:r>
              <a:endPara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19148B84-3C30-4662-5DC8-0D8325206882}"/>
                </a:ext>
              </a:extLst>
            </p:cNvPr>
            <p:cNvSpPr txBox="1"/>
            <p:nvPr/>
          </p:nvSpPr>
          <p:spPr>
            <a:xfrm>
              <a:off x="8257295" y="3902101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PRC0</a:t>
              </a:r>
            </a:p>
          </p:txBody>
        </p:sp>
        <p:sp>
          <p:nvSpPr>
            <p:cNvPr id="118" name="テキスト ボックス 117">
              <a:extLst>
                <a:ext uri="{FF2B5EF4-FFF2-40B4-BE49-F238E27FC236}">
                  <a16:creationId xmlns:a16="http://schemas.microsoft.com/office/drawing/2014/main" id="{BFE761E2-C286-1673-1C90-68FD3F71ACDE}"/>
                </a:ext>
              </a:extLst>
            </p:cNvPr>
            <p:cNvSpPr txBox="1"/>
            <p:nvPr/>
          </p:nvSpPr>
          <p:spPr>
            <a:xfrm>
              <a:off x="8272716" y="3225272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メイリオ"/>
                </a:rPr>
                <a:t>PRC1</a:t>
              </a:r>
            </a:p>
          </p:txBody>
        </p:sp>
        <p:sp>
          <p:nvSpPr>
            <p:cNvPr id="119" name="テキスト ボックス 118">
              <a:extLst>
                <a:ext uri="{FF2B5EF4-FFF2-40B4-BE49-F238E27FC236}">
                  <a16:creationId xmlns:a16="http://schemas.microsoft.com/office/drawing/2014/main" id="{3C62465C-0A17-F9E6-0CFD-4EDD2D8307D6}"/>
                </a:ext>
              </a:extLst>
            </p:cNvPr>
            <p:cNvSpPr txBox="1"/>
            <p:nvPr/>
          </p:nvSpPr>
          <p:spPr>
            <a:xfrm>
              <a:off x="9686453" y="4561642"/>
              <a:ext cx="33577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dirty="0" err="1">
                  <a:solidFill>
                    <a:prstClr val="black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MultiTaskNotifyGiveDispatch</a:t>
              </a:r>
              <a:endParaRPr kumimoji="0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cxnSp>
          <p:nvCxnSpPr>
            <p:cNvPr id="120" name="直線コネクタ 119">
              <a:extLst>
                <a:ext uri="{FF2B5EF4-FFF2-40B4-BE49-F238E27FC236}">
                  <a16:creationId xmlns:a16="http://schemas.microsoft.com/office/drawing/2014/main" id="{25EC96C0-EEDF-6B6B-AA31-66C692E1EB03}"/>
                </a:ext>
              </a:extLst>
            </p:cNvPr>
            <p:cNvCxnSpPr>
              <a:cxnSpLocks/>
            </p:cNvCxnSpPr>
            <p:nvPr/>
          </p:nvCxnSpPr>
          <p:spPr>
            <a:xfrm>
              <a:off x="8303868" y="2825150"/>
              <a:ext cx="1698619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  <p:cxnSp>
          <p:nvCxnSpPr>
            <p:cNvPr id="121" name="直線コネクタ 120">
              <a:extLst>
                <a:ext uri="{FF2B5EF4-FFF2-40B4-BE49-F238E27FC236}">
                  <a16:creationId xmlns:a16="http://schemas.microsoft.com/office/drawing/2014/main" id="{8465F356-DAFB-CB27-1A92-2D9CB8ACC60C}"/>
                </a:ext>
              </a:extLst>
            </p:cNvPr>
            <p:cNvCxnSpPr>
              <a:cxnSpLocks/>
            </p:cNvCxnSpPr>
            <p:nvPr/>
          </p:nvCxnSpPr>
          <p:spPr>
            <a:xfrm>
              <a:off x="8354668" y="3859991"/>
              <a:ext cx="1683145" cy="0"/>
            </a:xfrm>
            <a:prstGeom prst="line">
              <a:avLst/>
            </a:prstGeom>
            <a:noFill/>
            <a:ln w="19050" cap="flat" cmpd="sng" algn="in">
              <a:solidFill>
                <a:sysClr val="windowText" lastClr="000000"/>
              </a:solidFill>
              <a:prstDash val="sysDash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272731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105</Words>
  <Application>Microsoft Office PowerPoint</Application>
  <PresentationFormat>ワイド画面</PresentationFormat>
  <Paragraphs>64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結斗 竹内</dc:creator>
  <cp:lastModifiedBy>結斗 竹内</cp:lastModifiedBy>
  <cp:revision>1</cp:revision>
  <dcterms:created xsi:type="dcterms:W3CDTF">2026-03-27T07:27:45Z</dcterms:created>
  <dcterms:modified xsi:type="dcterms:W3CDTF">2026-03-27T07:40:03Z</dcterms:modified>
</cp:coreProperties>
</file>